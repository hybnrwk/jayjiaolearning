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258" r:id="rId4"/>
    <p:sldId id="259" r:id="rId5"/>
    <p:sldId id="260" r:id="rId6"/>
    <p:sldId id="272" r:id="rId7"/>
    <p:sldId id="261" r:id="rId8"/>
    <p:sldId id="262" r:id="rId9"/>
    <p:sldId id="263" r:id="rId10"/>
    <p:sldId id="264" r:id="rId11"/>
    <p:sldId id="265" r:id="rId12"/>
    <p:sldId id="266" r:id="rId13"/>
    <p:sldId id="267" r:id="rId14"/>
    <p:sldId id="268" r:id="rId15"/>
    <p:sldId id="271" r:id="rId16"/>
    <p:sldId id="269" r:id="rId17"/>
    <p:sldId id="270" r:id="rId18"/>
  </p:sldIdLst>
  <p:sldSz cx="9144000" cy="6858000" type="screen4x3"/>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48" d="100"/>
          <a:sy n="48" d="100"/>
        </p:scale>
        <p:origin x="-1218" y="-96"/>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sp>
        <p:nvSpPr>
          <p:cNvPr id="7" name="直接连接符 6"/>
          <p:cNvSpPr>
            <a:spLocks noChangeShapeType="1"/>
          </p:cNvSpPr>
          <p:nvPr/>
        </p:nvSpPr>
        <p:spPr bwMode="auto">
          <a:xfrm>
            <a:off x="514350" y="5349902"/>
            <a:ext cx="8629650" cy="2381"/>
          </a:xfrm>
          <a:prstGeom prst="line">
            <a:avLst/>
          </a:prstGeom>
          <a:noFill/>
          <a:ln w="9525" cap="flat" cmpd="sng" algn="ctr">
            <a:gradFill flip="none" rotWithShape="1">
              <a:gsLst>
                <a:gs pos="0">
                  <a:schemeClr val="accent1">
                    <a:alpha val="0"/>
                  </a:schemeClr>
                </a:gs>
                <a:gs pos="17000">
                  <a:schemeClr val="accent1"/>
                </a:gs>
                <a:gs pos="100000">
                  <a:schemeClr val="accent1"/>
                </a:gs>
              </a:gsLst>
              <a:lin ang="0" scaled="1"/>
              <a:tileRect/>
            </a:gra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29" name="标题 28"/>
          <p:cNvSpPr>
            <a:spLocks noGrp="1"/>
          </p:cNvSpPr>
          <p:nvPr>
            <p:ph type="ctrTitle"/>
          </p:nvPr>
        </p:nvSpPr>
        <p:spPr>
          <a:xfrm>
            <a:off x="381000" y="4853411"/>
            <a:ext cx="8458200" cy="1222375"/>
          </a:xfrm>
        </p:spPr>
        <p:txBody>
          <a:bodyPr anchor="t"/>
          <a:lstStyle/>
          <a:p>
            <a:r>
              <a:rPr kumimoji="0" lang="zh-CN" altLang="en-US" smtClean="0"/>
              <a:t>单击此处编辑母版标题样式</a:t>
            </a:r>
            <a:endParaRPr kumimoji="0" lang="en-US"/>
          </a:p>
        </p:txBody>
      </p:sp>
      <p:sp>
        <p:nvSpPr>
          <p:cNvPr id="9" name="副标题 8"/>
          <p:cNvSpPr>
            <a:spLocks noGrp="1"/>
          </p:cNvSpPr>
          <p:nvPr>
            <p:ph type="subTitle" idx="1"/>
          </p:nvPr>
        </p:nvSpPr>
        <p:spPr>
          <a:xfrm>
            <a:off x="381000" y="3886200"/>
            <a:ext cx="8458200" cy="914400"/>
          </a:xfrm>
        </p:spPr>
        <p:txBody>
          <a:bodyPr anchor="b"/>
          <a:lstStyle>
            <a:lvl1pPr marL="0" indent="0" algn="l">
              <a:buNone/>
              <a:defRPr sz="2400">
                <a:solidFill>
                  <a:schemeClr val="tx2">
                    <a:shade val="75000"/>
                  </a:schemeClr>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zh-CN" altLang="en-US" smtClean="0"/>
              <a:t>单击此处编辑母版副标题样式</a:t>
            </a:r>
            <a:endParaRPr kumimoji="0" lang="en-US"/>
          </a:p>
        </p:txBody>
      </p:sp>
      <p:sp>
        <p:nvSpPr>
          <p:cNvPr id="16" name="日期占位符 15"/>
          <p:cNvSpPr>
            <a:spLocks noGrp="1"/>
          </p:cNvSpPr>
          <p:nvPr>
            <p:ph type="dt" sz="half" idx="10"/>
          </p:nvPr>
        </p:nvSpPr>
        <p:spPr/>
        <p:txBody>
          <a:bodyPr/>
          <a:lstStyle/>
          <a:p>
            <a:fld id="{DF6A4E38-A198-44F7-BBFF-B89B9446F2E7}" type="datetimeFigureOut">
              <a:rPr lang="zh-CN" altLang="en-US" smtClean="0"/>
              <a:t>2017/5/14</a:t>
            </a:fld>
            <a:endParaRPr lang="zh-CN" altLang="en-US"/>
          </a:p>
        </p:txBody>
      </p:sp>
      <p:sp>
        <p:nvSpPr>
          <p:cNvPr id="2" name="页脚占位符 1"/>
          <p:cNvSpPr>
            <a:spLocks noGrp="1"/>
          </p:cNvSpPr>
          <p:nvPr>
            <p:ph type="ftr" sz="quarter" idx="11"/>
          </p:nvPr>
        </p:nvSpPr>
        <p:spPr/>
        <p:txBody>
          <a:bodyPr/>
          <a:lstStyle/>
          <a:p>
            <a:endParaRPr lang="zh-CN" altLang="en-US"/>
          </a:p>
        </p:txBody>
      </p:sp>
      <p:sp>
        <p:nvSpPr>
          <p:cNvPr id="15" name="灯片编号占位符 14"/>
          <p:cNvSpPr>
            <a:spLocks noGrp="1"/>
          </p:cNvSpPr>
          <p:nvPr>
            <p:ph type="sldNum" sz="quarter" idx="12"/>
          </p:nvPr>
        </p:nvSpPr>
        <p:spPr>
          <a:xfrm>
            <a:off x="8229600" y="6473952"/>
            <a:ext cx="758952" cy="246888"/>
          </a:xfrm>
        </p:spPr>
        <p:txBody>
          <a:bodyPr/>
          <a:lstStyle/>
          <a:p>
            <a:fld id="{F29D3883-7D2C-4BAC-8059-910E42D02C34}" type="slidenum">
              <a:rPr lang="zh-CN" altLang="en-US" smtClean="0"/>
              <a:t>‹#›</a:t>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2" name="标题 21"/>
          <p:cNvSpPr>
            <a:spLocks noGrp="1"/>
          </p:cNvSpPr>
          <p:nvPr>
            <p:ph type="title"/>
          </p:nvPr>
        </p:nvSpPr>
        <p:spPr/>
        <p:txBody>
          <a:bodyPr/>
          <a:lstStyle/>
          <a:p>
            <a:r>
              <a:rPr kumimoji="0" lang="zh-CN" altLang="en-US" smtClean="0"/>
              <a:t>单击此处编辑母版标题样式</a:t>
            </a:r>
            <a:endParaRPr kumimoji="0" lang="en-US"/>
          </a:p>
        </p:txBody>
      </p:sp>
      <p:sp>
        <p:nvSpPr>
          <p:cNvPr id="27" name="内容占位符 26"/>
          <p:cNvSpPr>
            <a:spLocks noGrp="1"/>
          </p:cNvSpPr>
          <p:nvPr>
            <p:ph idx="1"/>
          </p:nvPr>
        </p:nvSpPr>
        <p:spPr/>
        <p:txBody>
          <a:bodyPr/>
          <a:lstStyle/>
          <a:p>
            <a:pPr lvl="0" eaLnBrk="1" latinLnBrk="0" hangingPunct="1"/>
            <a:r>
              <a:rPr lang="zh-CN" altLang="en-US" smtClean="0"/>
              <a:t>单击此处编辑母版文本样式</a:t>
            </a:r>
          </a:p>
          <a:p>
            <a:pPr lvl="1" eaLnBrk="1" latinLnBrk="0" hangingPunct="1"/>
            <a:r>
              <a:rPr lang="zh-CN" altLang="en-US" smtClean="0"/>
              <a:t>第二级</a:t>
            </a:r>
          </a:p>
          <a:p>
            <a:pPr lvl="2" eaLnBrk="1" latinLnBrk="0" hangingPunct="1"/>
            <a:r>
              <a:rPr lang="zh-CN" altLang="en-US" smtClean="0"/>
              <a:t>第三级</a:t>
            </a:r>
          </a:p>
          <a:p>
            <a:pPr lvl="3" eaLnBrk="1" latinLnBrk="0" hangingPunct="1"/>
            <a:r>
              <a:rPr lang="zh-CN" altLang="en-US" smtClean="0"/>
              <a:t>第四级</a:t>
            </a:r>
          </a:p>
          <a:p>
            <a:pPr lvl="4" eaLnBrk="1" latinLnBrk="0" hangingPunct="1"/>
            <a:r>
              <a:rPr lang="zh-CN" altLang="en-US" smtClean="0"/>
              <a:t>第五级</a:t>
            </a:r>
            <a:endParaRPr kumimoji="0" lang="en-US"/>
          </a:p>
        </p:txBody>
      </p:sp>
      <p:sp>
        <p:nvSpPr>
          <p:cNvPr id="25" name="日期占位符 24"/>
          <p:cNvSpPr>
            <a:spLocks noGrp="1"/>
          </p:cNvSpPr>
          <p:nvPr>
            <p:ph type="dt" sz="half" idx="10"/>
          </p:nvPr>
        </p:nvSpPr>
        <p:spPr/>
        <p:txBody>
          <a:bodyPr/>
          <a:lstStyle/>
          <a:p>
            <a:fld id="{DF6A4E38-A198-44F7-BBFF-B89B9446F2E7}" type="datetimeFigureOut">
              <a:rPr lang="zh-CN" altLang="en-US" smtClean="0"/>
              <a:t>2017/5/14</a:t>
            </a:fld>
            <a:endParaRPr lang="zh-CN" altLang="en-US"/>
          </a:p>
        </p:txBody>
      </p:sp>
      <p:sp>
        <p:nvSpPr>
          <p:cNvPr id="19" name="页脚占位符 18"/>
          <p:cNvSpPr>
            <a:spLocks noGrp="1"/>
          </p:cNvSpPr>
          <p:nvPr>
            <p:ph type="ftr" sz="quarter" idx="11"/>
          </p:nvPr>
        </p:nvSpPr>
        <p:spPr>
          <a:xfrm>
            <a:off x="3581400" y="76200"/>
            <a:ext cx="2895600" cy="288925"/>
          </a:xfrm>
        </p:spPr>
        <p:txBody>
          <a:bodyPr/>
          <a:lstStyle/>
          <a:p>
            <a:endParaRPr lang="zh-CN" altLang="en-US"/>
          </a:p>
        </p:txBody>
      </p:sp>
      <p:sp>
        <p:nvSpPr>
          <p:cNvPr id="16" name="灯片编号占位符 15"/>
          <p:cNvSpPr>
            <a:spLocks noGrp="1"/>
          </p:cNvSpPr>
          <p:nvPr>
            <p:ph type="sldNum" sz="quarter" idx="12"/>
          </p:nvPr>
        </p:nvSpPr>
        <p:spPr>
          <a:xfrm>
            <a:off x="8229600" y="6473952"/>
            <a:ext cx="758952" cy="246888"/>
          </a:xfrm>
        </p:spPr>
        <p:txBody>
          <a:bodyPr/>
          <a:lstStyle/>
          <a:p>
            <a:fld id="{F29D3883-7D2C-4BAC-8059-910E42D02C34}" type="slidenum">
              <a:rPr lang="zh-CN" altLang="en-US" smtClean="0"/>
              <a:t>‹#›</a:t>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节标题">
    <p:bg>
      <p:bgRef idx="1003">
        <a:schemeClr val="bg2"/>
      </p:bgRef>
    </p:bg>
    <p:spTree>
      <p:nvGrpSpPr>
        <p:cNvPr id="1" name=""/>
        <p:cNvGrpSpPr/>
        <p:nvPr/>
      </p:nvGrpSpPr>
      <p:grpSpPr>
        <a:xfrm>
          <a:off x="0" y="0"/>
          <a:ext cx="0" cy="0"/>
          <a:chOff x="0" y="0"/>
          <a:chExt cx="0" cy="0"/>
        </a:xfrm>
      </p:grpSpPr>
      <p:sp>
        <p:nvSpPr>
          <p:cNvPr id="7" name="直接连接符 6"/>
          <p:cNvSpPr>
            <a:spLocks noChangeShapeType="1"/>
          </p:cNvSpPr>
          <p:nvPr/>
        </p:nvSpPr>
        <p:spPr bwMode="auto">
          <a:xfrm>
            <a:off x="514350" y="3444902"/>
            <a:ext cx="8629650" cy="2381"/>
          </a:xfrm>
          <a:prstGeom prst="line">
            <a:avLst/>
          </a:prstGeom>
          <a:noFill/>
          <a:ln w="9525" cap="flat" cmpd="sng" algn="ctr">
            <a:gradFill flip="none" rotWithShape="1">
              <a:gsLst>
                <a:gs pos="0">
                  <a:schemeClr val="accent1">
                    <a:alpha val="0"/>
                  </a:schemeClr>
                </a:gs>
                <a:gs pos="17000">
                  <a:schemeClr val="accent1"/>
                </a:gs>
                <a:gs pos="100000">
                  <a:schemeClr val="accent1"/>
                </a:gs>
              </a:gsLst>
              <a:lin ang="0" scaled="1"/>
              <a:tileRect/>
            </a:gra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6" name="文本占位符 5"/>
          <p:cNvSpPr>
            <a:spLocks noGrp="1"/>
          </p:cNvSpPr>
          <p:nvPr>
            <p:ph type="body" idx="1"/>
          </p:nvPr>
        </p:nvSpPr>
        <p:spPr>
          <a:xfrm>
            <a:off x="381000" y="1676400"/>
            <a:ext cx="8458200" cy="1219200"/>
          </a:xfrm>
        </p:spPr>
        <p:txBody>
          <a:bodyPr anchor="b"/>
          <a:lstStyle>
            <a:lvl1pPr marL="0" indent="0" algn="r">
              <a:buNone/>
              <a:defRPr sz="2000">
                <a:solidFill>
                  <a:schemeClr val="tx2">
                    <a:shade val="75000"/>
                  </a:schemeClr>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zh-CN" altLang="en-US" smtClean="0"/>
              <a:t>单击此处编辑母版文本样式</a:t>
            </a:r>
          </a:p>
        </p:txBody>
      </p:sp>
      <p:sp>
        <p:nvSpPr>
          <p:cNvPr id="19" name="日期占位符 18"/>
          <p:cNvSpPr>
            <a:spLocks noGrp="1"/>
          </p:cNvSpPr>
          <p:nvPr>
            <p:ph type="dt" sz="half" idx="10"/>
          </p:nvPr>
        </p:nvSpPr>
        <p:spPr/>
        <p:txBody>
          <a:bodyPr/>
          <a:lstStyle/>
          <a:p>
            <a:fld id="{DF6A4E38-A198-44F7-BBFF-B89B9446F2E7}" type="datetimeFigureOut">
              <a:rPr lang="zh-CN" altLang="en-US" smtClean="0"/>
              <a:t>2017/5/14</a:t>
            </a:fld>
            <a:endParaRPr lang="zh-CN" altLang="en-US"/>
          </a:p>
        </p:txBody>
      </p:sp>
      <p:sp>
        <p:nvSpPr>
          <p:cNvPr id="11" name="页脚占位符 10"/>
          <p:cNvSpPr>
            <a:spLocks noGrp="1"/>
          </p:cNvSpPr>
          <p:nvPr>
            <p:ph type="ftr" sz="quarter" idx="11"/>
          </p:nvPr>
        </p:nvSpPr>
        <p:spPr/>
        <p:txBody>
          <a:bodyPr/>
          <a:lstStyle/>
          <a:p>
            <a:endParaRPr lang="zh-CN" altLang="en-US"/>
          </a:p>
        </p:txBody>
      </p:sp>
      <p:sp>
        <p:nvSpPr>
          <p:cNvPr id="16" name="灯片编号占位符 15"/>
          <p:cNvSpPr>
            <a:spLocks noGrp="1"/>
          </p:cNvSpPr>
          <p:nvPr>
            <p:ph type="sldNum" sz="quarter" idx="12"/>
          </p:nvPr>
        </p:nvSpPr>
        <p:spPr/>
        <p:txBody>
          <a:bodyPr/>
          <a:lstStyle/>
          <a:p>
            <a:fld id="{F29D3883-7D2C-4BAC-8059-910E42D02C34}" type="slidenum">
              <a:rPr lang="zh-CN" altLang="en-US" smtClean="0"/>
              <a:t>‹#›</a:t>
            </a:fld>
            <a:endParaRPr lang="zh-CN" altLang="en-US"/>
          </a:p>
        </p:txBody>
      </p:sp>
      <p:sp>
        <p:nvSpPr>
          <p:cNvPr id="8" name="标题 7"/>
          <p:cNvSpPr>
            <a:spLocks noGrp="1"/>
          </p:cNvSpPr>
          <p:nvPr>
            <p:ph type="title"/>
          </p:nvPr>
        </p:nvSpPr>
        <p:spPr>
          <a:xfrm>
            <a:off x="180475" y="2947085"/>
            <a:ext cx="8686800" cy="1184825"/>
          </a:xfrm>
        </p:spPr>
        <p:txBody>
          <a:bodyPr rtlCol="0" anchor="t"/>
          <a:lstStyle>
            <a:lvl1pPr algn="r">
              <a:defRPr/>
            </a:lvl1pPr>
          </a:lstStyle>
          <a:p>
            <a:r>
              <a:rPr kumimoji="0" lang="zh-CN" altLang="en-US" smtClean="0"/>
              <a:t>单击此处编辑母版标题样式</a:t>
            </a:r>
            <a:endParaRPr kumimoji="0" lang="en-US"/>
          </a:p>
        </p:txBody>
      </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0" name="标题 19"/>
          <p:cNvSpPr>
            <a:spLocks noGrp="1"/>
          </p:cNvSpPr>
          <p:nvPr>
            <p:ph type="title"/>
          </p:nvPr>
        </p:nvSpPr>
        <p:spPr>
          <a:xfrm>
            <a:off x="301752" y="457200"/>
            <a:ext cx="8686800" cy="841248"/>
          </a:xfrm>
        </p:spPr>
        <p:txBody>
          <a:bodyPr/>
          <a:lstStyle/>
          <a:p>
            <a:r>
              <a:rPr kumimoji="0" lang="zh-CN" altLang="en-US" smtClean="0"/>
              <a:t>单击此处编辑母版标题样式</a:t>
            </a:r>
            <a:endParaRPr kumimoji="0" lang="en-US"/>
          </a:p>
        </p:txBody>
      </p:sp>
      <p:sp>
        <p:nvSpPr>
          <p:cNvPr id="14" name="内容占位符 13"/>
          <p:cNvSpPr>
            <a:spLocks noGrp="1"/>
          </p:cNvSpPr>
          <p:nvPr>
            <p:ph sz="half" idx="1"/>
          </p:nvPr>
        </p:nvSpPr>
        <p:spPr>
          <a:xfrm>
            <a:off x="304800" y="1600200"/>
            <a:ext cx="4191000" cy="4724400"/>
          </a:xfrm>
        </p:spPr>
        <p:txBody>
          <a:bodyPr/>
          <a:lstStyle>
            <a:lvl1pPr>
              <a:defRPr sz="2800"/>
            </a:lvl1pPr>
            <a:lvl2pPr>
              <a:defRPr sz="2400"/>
            </a:lvl2pPr>
            <a:lvl3pPr>
              <a:defRPr sz="2000"/>
            </a:lvl3pPr>
            <a:lvl4pPr>
              <a:defRPr sz="1800"/>
            </a:lvl4pPr>
            <a:lvl5pPr>
              <a:defRPr sz="1800"/>
            </a:lvl5pPr>
          </a:lstStyle>
          <a:p>
            <a:pPr lvl="0" eaLnBrk="1" latinLnBrk="0" hangingPunct="1"/>
            <a:r>
              <a:rPr lang="zh-CN" altLang="en-US" smtClean="0"/>
              <a:t>单击此处编辑母版文本样式</a:t>
            </a:r>
          </a:p>
          <a:p>
            <a:pPr lvl="1" eaLnBrk="1" latinLnBrk="0" hangingPunct="1"/>
            <a:r>
              <a:rPr lang="zh-CN" altLang="en-US" smtClean="0"/>
              <a:t>第二级</a:t>
            </a:r>
          </a:p>
          <a:p>
            <a:pPr lvl="2" eaLnBrk="1" latinLnBrk="0" hangingPunct="1"/>
            <a:r>
              <a:rPr lang="zh-CN" altLang="en-US" smtClean="0"/>
              <a:t>第三级</a:t>
            </a:r>
          </a:p>
          <a:p>
            <a:pPr lvl="3" eaLnBrk="1" latinLnBrk="0" hangingPunct="1"/>
            <a:r>
              <a:rPr lang="zh-CN" altLang="en-US" smtClean="0"/>
              <a:t>第四级</a:t>
            </a:r>
          </a:p>
          <a:p>
            <a:pPr lvl="4" eaLnBrk="1" latinLnBrk="0" hangingPunct="1"/>
            <a:r>
              <a:rPr lang="zh-CN" altLang="en-US" smtClean="0"/>
              <a:t>第五级</a:t>
            </a:r>
            <a:endParaRPr kumimoji="0" lang="en-US"/>
          </a:p>
        </p:txBody>
      </p:sp>
      <p:sp>
        <p:nvSpPr>
          <p:cNvPr id="13" name="内容占位符 12"/>
          <p:cNvSpPr>
            <a:spLocks noGrp="1"/>
          </p:cNvSpPr>
          <p:nvPr>
            <p:ph sz="half" idx="2"/>
          </p:nvPr>
        </p:nvSpPr>
        <p:spPr>
          <a:xfrm>
            <a:off x="4648200" y="1600200"/>
            <a:ext cx="4343400" cy="4724400"/>
          </a:xfrm>
        </p:spPr>
        <p:txBody>
          <a:bodyPr/>
          <a:lstStyle>
            <a:lvl1pPr>
              <a:defRPr sz="2800"/>
            </a:lvl1pPr>
            <a:lvl2pPr>
              <a:defRPr sz="2400"/>
            </a:lvl2pPr>
            <a:lvl3pPr>
              <a:defRPr sz="2000"/>
            </a:lvl3pPr>
            <a:lvl4pPr>
              <a:defRPr sz="1800"/>
            </a:lvl4pPr>
            <a:lvl5pPr>
              <a:defRPr sz="1800"/>
            </a:lvl5pPr>
          </a:lstStyle>
          <a:p>
            <a:pPr lvl="0" eaLnBrk="1" latinLnBrk="0" hangingPunct="1"/>
            <a:r>
              <a:rPr lang="zh-CN" altLang="en-US" smtClean="0"/>
              <a:t>单击此处编辑母版文本样式</a:t>
            </a:r>
          </a:p>
          <a:p>
            <a:pPr lvl="1" eaLnBrk="1" latinLnBrk="0" hangingPunct="1"/>
            <a:r>
              <a:rPr lang="zh-CN" altLang="en-US" smtClean="0"/>
              <a:t>第二级</a:t>
            </a:r>
          </a:p>
          <a:p>
            <a:pPr lvl="2" eaLnBrk="1" latinLnBrk="0" hangingPunct="1"/>
            <a:r>
              <a:rPr lang="zh-CN" altLang="en-US" smtClean="0"/>
              <a:t>第三级</a:t>
            </a:r>
          </a:p>
          <a:p>
            <a:pPr lvl="3" eaLnBrk="1" latinLnBrk="0" hangingPunct="1"/>
            <a:r>
              <a:rPr lang="zh-CN" altLang="en-US" smtClean="0"/>
              <a:t>第四级</a:t>
            </a:r>
          </a:p>
          <a:p>
            <a:pPr lvl="4" eaLnBrk="1" latinLnBrk="0" hangingPunct="1"/>
            <a:r>
              <a:rPr lang="zh-CN" altLang="en-US" smtClean="0"/>
              <a:t>第五级</a:t>
            </a:r>
            <a:endParaRPr kumimoji="0" lang="en-US"/>
          </a:p>
        </p:txBody>
      </p:sp>
      <p:sp>
        <p:nvSpPr>
          <p:cNvPr id="21" name="日期占位符 20"/>
          <p:cNvSpPr>
            <a:spLocks noGrp="1"/>
          </p:cNvSpPr>
          <p:nvPr>
            <p:ph type="dt" sz="half" idx="10"/>
          </p:nvPr>
        </p:nvSpPr>
        <p:spPr/>
        <p:txBody>
          <a:bodyPr/>
          <a:lstStyle/>
          <a:p>
            <a:fld id="{DF6A4E38-A198-44F7-BBFF-B89B9446F2E7}" type="datetimeFigureOut">
              <a:rPr lang="zh-CN" altLang="en-US" smtClean="0"/>
              <a:t>2017/5/14</a:t>
            </a:fld>
            <a:endParaRPr lang="zh-CN" altLang="en-US"/>
          </a:p>
        </p:txBody>
      </p:sp>
      <p:sp>
        <p:nvSpPr>
          <p:cNvPr id="10" name="页脚占位符 9"/>
          <p:cNvSpPr>
            <a:spLocks noGrp="1"/>
          </p:cNvSpPr>
          <p:nvPr>
            <p:ph type="ftr" sz="quarter" idx="11"/>
          </p:nvPr>
        </p:nvSpPr>
        <p:spPr/>
        <p:txBody>
          <a:bodyPr/>
          <a:lstStyle/>
          <a:p>
            <a:endParaRPr lang="zh-CN" altLang="en-US"/>
          </a:p>
        </p:txBody>
      </p:sp>
      <p:sp>
        <p:nvSpPr>
          <p:cNvPr id="31" name="灯片编号占位符 30"/>
          <p:cNvSpPr>
            <a:spLocks noGrp="1"/>
          </p:cNvSpPr>
          <p:nvPr>
            <p:ph type="sldNum" sz="quarter" idx="12"/>
          </p:nvPr>
        </p:nvSpPr>
        <p:spPr/>
        <p:txBody>
          <a:bodyPr/>
          <a:lstStyle/>
          <a:p>
            <a:fld id="{F29D3883-7D2C-4BAC-8059-910E42D02C34}" type="slidenum">
              <a:rPr lang="zh-CN" altLang="en-US" smtClean="0"/>
              <a:t>‹#›</a:t>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比较">
    <p:spTree>
      <p:nvGrpSpPr>
        <p:cNvPr id="1" name=""/>
        <p:cNvGrpSpPr/>
        <p:nvPr/>
      </p:nvGrpSpPr>
      <p:grpSpPr>
        <a:xfrm>
          <a:off x="0" y="0"/>
          <a:ext cx="0" cy="0"/>
          <a:chOff x="0" y="0"/>
          <a:chExt cx="0" cy="0"/>
        </a:xfrm>
      </p:grpSpPr>
      <p:sp>
        <p:nvSpPr>
          <p:cNvPr id="29" name="标题 28"/>
          <p:cNvSpPr>
            <a:spLocks noGrp="1"/>
          </p:cNvSpPr>
          <p:nvPr>
            <p:ph type="title"/>
          </p:nvPr>
        </p:nvSpPr>
        <p:spPr>
          <a:xfrm>
            <a:off x="304800" y="5410200"/>
            <a:ext cx="8610600" cy="882650"/>
          </a:xfrm>
        </p:spPr>
        <p:txBody>
          <a:bodyPr anchor="ctr"/>
          <a:lstStyle>
            <a:lvl1pPr>
              <a:defRPr/>
            </a:lvl1pPr>
          </a:lstStyle>
          <a:p>
            <a:r>
              <a:rPr kumimoji="0" lang="zh-CN" altLang="en-US" smtClean="0"/>
              <a:t>单击此处编辑母版标题样式</a:t>
            </a:r>
            <a:endParaRPr kumimoji="0" lang="en-US"/>
          </a:p>
        </p:txBody>
      </p:sp>
      <p:sp>
        <p:nvSpPr>
          <p:cNvPr id="13" name="文本占位符 12"/>
          <p:cNvSpPr>
            <a:spLocks noGrp="1"/>
          </p:cNvSpPr>
          <p:nvPr>
            <p:ph type="body" idx="1"/>
          </p:nvPr>
        </p:nvSpPr>
        <p:spPr>
          <a:xfrm>
            <a:off x="281444" y="666750"/>
            <a:ext cx="4290556" cy="639762"/>
          </a:xfrm>
        </p:spPr>
        <p:txBody>
          <a:bodyPr anchor="ctr"/>
          <a:lstStyle>
            <a:lvl1pPr marL="0" indent="0">
              <a:buNone/>
              <a:defRPr sz="1800" b="0" cap="all" baseline="0">
                <a:solidFill>
                  <a:schemeClr val="accent1">
                    <a:shade val="50000"/>
                  </a:schemeClr>
                </a:solidFill>
                <a:latin typeface="+mj-lt"/>
                <a:ea typeface="+mj-ea"/>
                <a:cs typeface="+mj-cs"/>
              </a:defRPr>
            </a:lvl1pPr>
            <a:lvl2pPr>
              <a:buNone/>
              <a:defRPr sz="2000" b="1"/>
            </a:lvl2pPr>
            <a:lvl3pPr>
              <a:buNone/>
              <a:defRPr sz="1800" b="1"/>
            </a:lvl3pPr>
            <a:lvl4pPr>
              <a:buNone/>
              <a:defRPr sz="1600" b="1"/>
            </a:lvl4pPr>
            <a:lvl5pPr>
              <a:buNone/>
              <a:defRPr sz="1600" b="1"/>
            </a:lvl5pPr>
          </a:lstStyle>
          <a:p>
            <a:pPr lvl="0" eaLnBrk="1" latinLnBrk="0" hangingPunct="1"/>
            <a:r>
              <a:rPr kumimoji="0" lang="zh-CN" altLang="en-US" smtClean="0"/>
              <a:t>单击此处编辑母版文本样式</a:t>
            </a:r>
          </a:p>
        </p:txBody>
      </p:sp>
      <p:sp>
        <p:nvSpPr>
          <p:cNvPr id="25" name="文本占位符 24"/>
          <p:cNvSpPr>
            <a:spLocks noGrp="1"/>
          </p:cNvSpPr>
          <p:nvPr>
            <p:ph type="body" sz="half" idx="3"/>
          </p:nvPr>
        </p:nvSpPr>
        <p:spPr>
          <a:xfrm>
            <a:off x="4645025" y="666750"/>
            <a:ext cx="4292241" cy="639762"/>
          </a:xfrm>
        </p:spPr>
        <p:txBody>
          <a:bodyPr anchor="ctr"/>
          <a:lstStyle>
            <a:lvl1pPr marL="0" indent="0">
              <a:buNone/>
              <a:defRPr sz="1800" b="0" cap="all" baseline="0">
                <a:solidFill>
                  <a:schemeClr val="accent1">
                    <a:shade val="50000"/>
                  </a:schemeClr>
                </a:solidFill>
                <a:latin typeface="+mj-lt"/>
                <a:ea typeface="+mj-ea"/>
                <a:cs typeface="+mj-cs"/>
              </a:defRPr>
            </a:lvl1pPr>
            <a:lvl2pPr>
              <a:buNone/>
              <a:defRPr sz="2000" b="1"/>
            </a:lvl2pPr>
            <a:lvl3pPr>
              <a:buNone/>
              <a:defRPr sz="1800" b="1"/>
            </a:lvl3pPr>
            <a:lvl4pPr>
              <a:buNone/>
              <a:defRPr sz="1600" b="1"/>
            </a:lvl4pPr>
            <a:lvl5pPr>
              <a:buNone/>
              <a:defRPr sz="1600" b="1"/>
            </a:lvl5pPr>
          </a:lstStyle>
          <a:p>
            <a:pPr lvl="0" eaLnBrk="1" latinLnBrk="0" hangingPunct="1"/>
            <a:r>
              <a:rPr kumimoji="0" lang="zh-CN" altLang="en-US" smtClean="0"/>
              <a:t>单击此处编辑母版文本样式</a:t>
            </a:r>
          </a:p>
        </p:txBody>
      </p:sp>
      <p:sp>
        <p:nvSpPr>
          <p:cNvPr id="4" name="内容占位符 3"/>
          <p:cNvSpPr>
            <a:spLocks noGrp="1"/>
          </p:cNvSpPr>
          <p:nvPr>
            <p:ph sz="quarter" idx="2"/>
          </p:nvPr>
        </p:nvSpPr>
        <p:spPr>
          <a:xfrm>
            <a:off x="281444" y="1316037"/>
            <a:ext cx="4290556" cy="3941763"/>
          </a:xfrm>
        </p:spPr>
        <p:txBody>
          <a:bodyPr/>
          <a:lstStyle>
            <a:lvl1pPr>
              <a:defRPr sz="2400"/>
            </a:lvl1pPr>
            <a:lvl2pPr>
              <a:defRPr sz="2000"/>
            </a:lvl2pPr>
            <a:lvl3pPr>
              <a:defRPr sz="1800"/>
            </a:lvl3pPr>
            <a:lvl4pPr>
              <a:defRPr sz="1600"/>
            </a:lvl4pPr>
            <a:lvl5pPr>
              <a:defRPr sz="1600"/>
            </a:lvl5pPr>
          </a:lstStyle>
          <a:p>
            <a:pPr lvl="0" eaLnBrk="1" latinLnBrk="0" hangingPunct="1"/>
            <a:r>
              <a:rPr lang="zh-CN" altLang="en-US" smtClean="0"/>
              <a:t>单击此处编辑母版文本样式</a:t>
            </a:r>
          </a:p>
          <a:p>
            <a:pPr lvl="1" eaLnBrk="1" latinLnBrk="0" hangingPunct="1"/>
            <a:r>
              <a:rPr lang="zh-CN" altLang="en-US" smtClean="0"/>
              <a:t>第二级</a:t>
            </a:r>
          </a:p>
          <a:p>
            <a:pPr lvl="2" eaLnBrk="1" latinLnBrk="0" hangingPunct="1"/>
            <a:r>
              <a:rPr lang="zh-CN" altLang="en-US" smtClean="0"/>
              <a:t>第三级</a:t>
            </a:r>
          </a:p>
          <a:p>
            <a:pPr lvl="3" eaLnBrk="1" latinLnBrk="0" hangingPunct="1"/>
            <a:r>
              <a:rPr lang="zh-CN" altLang="en-US" smtClean="0"/>
              <a:t>第四级</a:t>
            </a:r>
          </a:p>
          <a:p>
            <a:pPr lvl="4" eaLnBrk="1" latinLnBrk="0" hangingPunct="1"/>
            <a:r>
              <a:rPr lang="zh-CN" altLang="en-US" smtClean="0"/>
              <a:t>第五级</a:t>
            </a:r>
            <a:endParaRPr kumimoji="0" lang="en-US"/>
          </a:p>
        </p:txBody>
      </p:sp>
      <p:sp>
        <p:nvSpPr>
          <p:cNvPr id="28" name="内容占位符 27"/>
          <p:cNvSpPr>
            <a:spLocks noGrp="1"/>
          </p:cNvSpPr>
          <p:nvPr>
            <p:ph sz="quarter" idx="4"/>
          </p:nvPr>
        </p:nvSpPr>
        <p:spPr>
          <a:xfrm>
            <a:off x="4648730" y="1316037"/>
            <a:ext cx="4288536" cy="3941763"/>
          </a:xfrm>
        </p:spPr>
        <p:txBody>
          <a:bodyPr/>
          <a:lstStyle>
            <a:lvl1pPr>
              <a:defRPr sz="2400"/>
            </a:lvl1pPr>
            <a:lvl2pPr>
              <a:defRPr sz="2000"/>
            </a:lvl2pPr>
            <a:lvl3pPr>
              <a:defRPr sz="1800"/>
            </a:lvl3pPr>
            <a:lvl4pPr>
              <a:defRPr sz="1600"/>
            </a:lvl4pPr>
            <a:lvl5pPr>
              <a:defRPr sz="1600"/>
            </a:lvl5pPr>
          </a:lstStyle>
          <a:p>
            <a:pPr lvl="0" eaLnBrk="1" latinLnBrk="0" hangingPunct="1"/>
            <a:r>
              <a:rPr lang="zh-CN" altLang="en-US" smtClean="0"/>
              <a:t>单击此处编辑母版文本样式</a:t>
            </a:r>
          </a:p>
          <a:p>
            <a:pPr lvl="1" eaLnBrk="1" latinLnBrk="0" hangingPunct="1"/>
            <a:r>
              <a:rPr lang="zh-CN" altLang="en-US" smtClean="0"/>
              <a:t>第二级</a:t>
            </a:r>
          </a:p>
          <a:p>
            <a:pPr lvl="2" eaLnBrk="1" latinLnBrk="0" hangingPunct="1"/>
            <a:r>
              <a:rPr lang="zh-CN" altLang="en-US" smtClean="0"/>
              <a:t>第三级</a:t>
            </a:r>
          </a:p>
          <a:p>
            <a:pPr lvl="3" eaLnBrk="1" latinLnBrk="0" hangingPunct="1"/>
            <a:r>
              <a:rPr lang="zh-CN" altLang="en-US" smtClean="0"/>
              <a:t>第四级</a:t>
            </a:r>
          </a:p>
          <a:p>
            <a:pPr lvl="4" eaLnBrk="1" latinLnBrk="0" hangingPunct="1"/>
            <a:r>
              <a:rPr lang="zh-CN" altLang="en-US" smtClean="0"/>
              <a:t>第五级</a:t>
            </a:r>
            <a:endParaRPr kumimoji="0" lang="en-US"/>
          </a:p>
        </p:txBody>
      </p:sp>
      <p:sp>
        <p:nvSpPr>
          <p:cNvPr id="10" name="日期占位符 9"/>
          <p:cNvSpPr>
            <a:spLocks noGrp="1"/>
          </p:cNvSpPr>
          <p:nvPr>
            <p:ph type="dt" sz="half" idx="10"/>
          </p:nvPr>
        </p:nvSpPr>
        <p:spPr/>
        <p:txBody>
          <a:bodyPr/>
          <a:lstStyle/>
          <a:p>
            <a:fld id="{DF6A4E38-A198-44F7-BBFF-B89B9446F2E7}" type="datetimeFigureOut">
              <a:rPr lang="zh-CN" altLang="en-US" smtClean="0"/>
              <a:t>2017/5/14</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a:xfrm>
            <a:off x="8229600" y="6477000"/>
            <a:ext cx="762000" cy="246888"/>
          </a:xfrm>
        </p:spPr>
        <p:txBody>
          <a:bodyPr/>
          <a:lstStyle/>
          <a:p>
            <a:fld id="{F29D3883-7D2C-4BAC-8059-910E42D02C34}" type="slidenum">
              <a:rPr lang="zh-CN" altLang="en-US" smtClean="0"/>
              <a:t>‹#›</a:t>
            </a:fld>
            <a:endParaRPr lang="zh-CN" altLang="en-US"/>
          </a:p>
        </p:txBody>
      </p:sp>
      <p:sp>
        <p:nvSpPr>
          <p:cNvPr id="11" name="直接连接符 10"/>
          <p:cNvSpPr>
            <a:spLocks noChangeShapeType="1"/>
          </p:cNvSpPr>
          <p:nvPr/>
        </p:nvSpPr>
        <p:spPr bwMode="auto">
          <a:xfrm>
            <a:off x="514350" y="6019800"/>
            <a:ext cx="8629650" cy="2381"/>
          </a:xfrm>
          <a:prstGeom prst="line">
            <a:avLst/>
          </a:prstGeom>
          <a:noFill/>
          <a:ln w="9525" cap="flat" cmpd="sng" algn="ctr">
            <a:gradFill flip="none" rotWithShape="1">
              <a:gsLst>
                <a:gs pos="0">
                  <a:schemeClr val="accent1">
                    <a:alpha val="0"/>
                  </a:schemeClr>
                </a:gs>
                <a:gs pos="17000">
                  <a:schemeClr val="accent1"/>
                </a:gs>
                <a:gs pos="100000">
                  <a:schemeClr val="accent1"/>
                </a:gs>
              </a:gsLst>
              <a:lin ang="0" scaled="1"/>
              <a:tileRect/>
            </a:gradFill>
            <a:prstDash val="solid"/>
            <a:round/>
            <a:headEnd type="none" w="med" len="med"/>
            <a:tailEnd type="none" w="med" len="med"/>
          </a:ln>
          <a:effectLst/>
        </p:spPr>
        <p:txBody>
          <a:bodyPr vert="horz" wrap="square" lIns="91440" tIns="45720" rIns="91440" bIns="45720" anchor="t" compatLnSpc="1"/>
          <a:lstStyle/>
          <a:p>
            <a:endParaRPr kumimoji="0"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30" name="标题 29"/>
          <p:cNvSpPr>
            <a:spLocks noGrp="1"/>
          </p:cNvSpPr>
          <p:nvPr>
            <p:ph type="title"/>
          </p:nvPr>
        </p:nvSpPr>
        <p:spPr>
          <a:xfrm>
            <a:off x="301752" y="457200"/>
            <a:ext cx="8686800" cy="841248"/>
          </a:xfrm>
        </p:spPr>
        <p:txBody>
          <a:bodyPr/>
          <a:lstStyle/>
          <a:p>
            <a:r>
              <a:rPr kumimoji="0" lang="zh-CN" altLang="en-US" smtClean="0"/>
              <a:t>单击此处编辑母版标题样式</a:t>
            </a:r>
            <a:endParaRPr kumimoji="0" lang="en-US"/>
          </a:p>
        </p:txBody>
      </p:sp>
      <p:sp>
        <p:nvSpPr>
          <p:cNvPr id="12" name="日期占位符 11"/>
          <p:cNvSpPr>
            <a:spLocks noGrp="1"/>
          </p:cNvSpPr>
          <p:nvPr>
            <p:ph type="dt" sz="half" idx="10"/>
          </p:nvPr>
        </p:nvSpPr>
        <p:spPr/>
        <p:txBody>
          <a:bodyPr/>
          <a:lstStyle/>
          <a:p>
            <a:fld id="{DF6A4E38-A198-44F7-BBFF-B89B9446F2E7}" type="datetimeFigureOut">
              <a:rPr lang="zh-CN" altLang="en-US" smtClean="0"/>
              <a:t>2017/5/14</a:t>
            </a:fld>
            <a:endParaRPr lang="zh-CN" altLang="en-US"/>
          </a:p>
        </p:txBody>
      </p:sp>
      <p:sp>
        <p:nvSpPr>
          <p:cNvPr id="21" name="页脚占位符 20"/>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F29D3883-7D2C-4BAC-8059-910E42D02C34}" type="slidenum">
              <a:rPr lang="zh-CN" altLang="en-US" smtClean="0"/>
              <a:t>‹#›</a:t>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空白">
    <p:spTree>
      <p:nvGrpSpPr>
        <p:cNvPr id="1" name=""/>
        <p:cNvGrpSpPr/>
        <p:nvPr/>
      </p:nvGrpSpPr>
      <p:grpSpPr>
        <a:xfrm>
          <a:off x="0" y="0"/>
          <a:ext cx="0" cy="0"/>
          <a:chOff x="0" y="0"/>
          <a:chExt cx="0" cy="0"/>
        </a:xfrm>
      </p:grpSpPr>
      <p:sp>
        <p:nvSpPr>
          <p:cNvPr id="3" name="日期占位符 2"/>
          <p:cNvSpPr>
            <a:spLocks noGrp="1"/>
          </p:cNvSpPr>
          <p:nvPr>
            <p:ph type="dt" sz="half" idx="10"/>
          </p:nvPr>
        </p:nvSpPr>
        <p:spPr/>
        <p:txBody>
          <a:bodyPr/>
          <a:lstStyle/>
          <a:p>
            <a:fld id="{DF6A4E38-A198-44F7-BBFF-B89B9446F2E7}" type="datetimeFigureOut">
              <a:rPr lang="zh-CN" altLang="en-US" smtClean="0"/>
              <a:t>2017/5/14</a:t>
            </a:fld>
            <a:endParaRPr lang="zh-CN" altLang="en-US"/>
          </a:p>
        </p:txBody>
      </p:sp>
      <p:sp>
        <p:nvSpPr>
          <p:cNvPr id="24" name="页脚占位符 23"/>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F29D3883-7D2C-4BAC-8059-910E42D02C34}" type="slidenum">
              <a:rPr lang="zh-CN" altLang="en-US" smtClean="0"/>
              <a:t>‹#›</a:t>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内容与标题">
    <p:spTree>
      <p:nvGrpSpPr>
        <p:cNvPr id="1" name=""/>
        <p:cNvGrpSpPr/>
        <p:nvPr/>
      </p:nvGrpSpPr>
      <p:grpSpPr>
        <a:xfrm>
          <a:off x="0" y="0"/>
          <a:ext cx="0" cy="0"/>
          <a:chOff x="0" y="0"/>
          <a:chExt cx="0" cy="0"/>
        </a:xfrm>
      </p:grpSpPr>
      <p:sp>
        <p:nvSpPr>
          <p:cNvPr id="8" name="直接连接符 7"/>
          <p:cNvSpPr>
            <a:spLocks noChangeShapeType="1"/>
          </p:cNvSpPr>
          <p:nvPr/>
        </p:nvSpPr>
        <p:spPr bwMode="auto">
          <a:xfrm>
            <a:off x="514350" y="5849117"/>
            <a:ext cx="8629650" cy="2381"/>
          </a:xfrm>
          <a:prstGeom prst="line">
            <a:avLst/>
          </a:prstGeom>
          <a:noFill/>
          <a:ln w="9525" cap="flat" cmpd="sng" algn="ctr">
            <a:gradFill flip="none" rotWithShape="1">
              <a:gsLst>
                <a:gs pos="0">
                  <a:schemeClr val="accent1">
                    <a:alpha val="0"/>
                  </a:schemeClr>
                </a:gs>
                <a:gs pos="17000">
                  <a:schemeClr val="accent1"/>
                </a:gs>
                <a:gs pos="100000">
                  <a:schemeClr val="accent1"/>
                </a:gs>
              </a:gsLst>
              <a:lin ang="0" scaled="1"/>
              <a:tileRect/>
            </a:gra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2" name="标题 11"/>
          <p:cNvSpPr>
            <a:spLocks noGrp="1"/>
          </p:cNvSpPr>
          <p:nvPr>
            <p:ph type="title"/>
          </p:nvPr>
        </p:nvSpPr>
        <p:spPr>
          <a:xfrm>
            <a:off x="457200" y="5486400"/>
            <a:ext cx="8458200" cy="520700"/>
          </a:xfrm>
        </p:spPr>
        <p:txBody>
          <a:bodyPr anchor="ctr"/>
          <a:lstStyle>
            <a:lvl1pPr algn="l">
              <a:buNone/>
              <a:defRPr sz="2000" b="1"/>
            </a:lvl1pPr>
          </a:lstStyle>
          <a:p>
            <a:r>
              <a:rPr kumimoji="0" lang="zh-CN" altLang="en-US" smtClean="0"/>
              <a:t>单击此处编辑母版标题样式</a:t>
            </a:r>
            <a:endParaRPr kumimoji="0" lang="en-US"/>
          </a:p>
        </p:txBody>
      </p:sp>
      <p:sp>
        <p:nvSpPr>
          <p:cNvPr id="26" name="文本占位符 25"/>
          <p:cNvSpPr>
            <a:spLocks noGrp="1"/>
          </p:cNvSpPr>
          <p:nvPr>
            <p:ph type="body" idx="2"/>
          </p:nvPr>
        </p:nvSpPr>
        <p:spPr>
          <a:xfrm>
            <a:off x="457200" y="609600"/>
            <a:ext cx="3008313" cy="4800600"/>
          </a:xfrm>
        </p:spPr>
        <p:txBody>
          <a:bodyPr/>
          <a:lstStyle>
            <a:lvl1pPr marL="0" indent="0">
              <a:buNone/>
              <a:defRPr sz="1400"/>
            </a:lvl1pPr>
            <a:lvl2pPr>
              <a:buNone/>
              <a:defRPr sz="1200"/>
            </a:lvl2pPr>
            <a:lvl3pPr>
              <a:buNone/>
              <a:defRPr sz="1000"/>
            </a:lvl3pPr>
            <a:lvl4pPr>
              <a:buNone/>
              <a:defRPr sz="900"/>
            </a:lvl4pPr>
            <a:lvl5pPr>
              <a:buNone/>
              <a:defRPr sz="900"/>
            </a:lvl5pPr>
          </a:lstStyle>
          <a:p>
            <a:pPr lvl="0" eaLnBrk="1" latinLnBrk="0" hangingPunct="1"/>
            <a:r>
              <a:rPr kumimoji="0" lang="zh-CN" altLang="en-US" smtClean="0"/>
              <a:t>单击此处编辑母版文本样式</a:t>
            </a:r>
          </a:p>
        </p:txBody>
      </p:sp>
      <p:sp>
        <p:nvSpPr>
          <p:cNvPr id="14" name="内容占位符 13"/>
          <p:cNvSpPr>
            <a:spLocks noGrp="1"/>
          </p:cNvSpPr>
          <p:nvPr>
            <p:ph sz="half" idx="1"/>
          </p:nvPr>
        </p:nvSpPr>
        <p:spPr>
          <a:xfrm>
            <a:off x="3575050" y="609600"/>
            <a:ext cx="5340350" cy="4800600"/>
          </a:xfrm>
        </p:spPr>
        <p:txBody>
          <a:bodyPr/>
          <a:lstStyle>
            <a:lvl1pPr>
              <a:defRPr sz="3200"/>
            </a:lvl1pPr>
            <a:lvl2pPr>
              <a:defRPr sz="2800"/>
            </a:lvl2pPr>
            <a:lvl3pPr>
              <a:defRPr sz="2400"/>
            </a:lvl3pPr>
            <a:lvl4pPr>
              <a:defRPr sz="2000"/>
            </a:lvl4pPr>
            <a:lvl5pPr>
              <a:defRPr sz="2000"/>
            </a:lvl5pPr>
          </a:lstStyle>
          <a:p>
            <a:pPr lvl="0" eaLnBrk="1" latinLnBrk="0" hangingPunct="1"/>
            <a:r>
              <a:rPr lang="zh-CN" altLang="en-US" smtClean="0"/>
              <a:t>单击此处编辑母版文本样式</a:t>
            </a:r>
          </a:p>
          <a:p>
            <a:pPr lvl="1" eaLnBrk="1" latinLnBrk="0" hangingPunct="1"/>
            <a:r>
              <a:rPr lang="zh-CN" altLang="en-US" smtClean="0"/>
              <a:t>第二级</a:t>
            </a:r>
          </a:p>
          <a:p>
            <a:pPr lvl="2" eaLnBrk="1" latinLnBrk="0" hangingPunct="1"/>
            <a:r>
              <a:rPr lang="zh-CN" altLang="en-US" smtClean="0"/>
              <a:t>第三级</a:t>
            </a:r>
          </a:p>
          <a:p>
            <a:pPr lvl="3" eaLnBrk="1" latinLnBrk="0" hangingPunct="1"/>
            <a:r>
              <a:rPr lang="zh-CN" altLang="en-US" smtClean="0"/>
              <a:t>第四级</a:t>
            </a:r>
          </a:p>
          <a:p>
            <a:pPr lvl="4" eaLnBrk="1" latinLnBrk="0" hangingPunct="1"/>
            <a:r>
              <a:rPr lang="zh-CN" altLang="en-US" smtClean="0"/>
              <a:t>第五级</a:t>
            </a:r>
            <a:endParaRPr kumimoji="0" lang="en-US"/>
          </a:p>
        </p:txBody>
      </p:sp>
      <p:sp>
        <p:nvSpPr>
          <p:cNvPr id="25" name="日期占位符 24"/>
          <p:cNvSpPr>
            <a:spLocks noGrp="1"/>
          </p:cNvSpPr>
          <p:nvPr>
            <p:ph type="dt" sz="half" idx="10"/>
          </p:nvPr>
        </p:nvSpPr>
        <p:spPr/>
        <p:txBody>
          <a:bodyPr/>
          <a:lstStyle/>
          <a:p>
            <a:fld id="{DF6A4E38-A198-44F7-BBFF-B89B9446F2E7}" type="datetimeFigureOut">
              <a:rPr lang="zh-CN" altLang="en-US" smtClean="0"/>
              <a:t>2017/5/14</a:t>
            </a:fld>
            <a:endParaRPr lang="zh-CN" altLang="en-US"/>
          </a:p>
        </p:txBody>
      </p:sp>
      <p:sp>
        <p:nvSpPr>
          <p:cNvPr id="29" name="页脚占位符 28"/>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F29D3883-7D2C-4BAC-8059-910E42D02C34}" type="slidenum">
              <a:rPr lang="zh-CN" altLang="en-US" smtClean="0"/>
              <a:t>‹#›</a:t>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图片与标题">
    <p:spTree>
      <p:nvGrpSpPr>
        <p:cNvPr id="1" name=""/>
        <p:cNvGrpSpPr/>
        <p:nvPr/>
      </p:nvGrpSpPr>
      <p:grpSpPr>
        <a:xfrm>
          <a:off x="0" y="0"/>
          <a:ext cx="0" cy="0"/>
          <a:chOff x="0" y="0"/>
          <a:chExt cx="0" cy="0"/>
        </a:xfrm>
      </p:grpSpPr>
      <p:sp>
        <p:nvSpPr>
          <p:cNvPr id="13" name="图片占位符 12"/>
          <p:cNvSpPr>
            <a:spLocks noGrp="1"/>
          </p:cNvSpPr>
          <p:nvPr>
            <p:ph type="pic" idx="1"/>
          </p:nvPr>
        </p:nvSpPr>
        <p:spPr>
          <a:xfrm>
            <a:off x="3505200" y="616634"/>
            <a:ext cx="5029200" cy="3657600"/>
          </a:xfrm>
          <a:solidFill>
            <a:schemeClr val="bg1"/>
          </a:solidFill>
          <a:ln w="6350">
            <a:solidFill>
              <a:schemeClr val="accent1"/>
            </a:solidFill>
          </a:ln>
          <a:effectLst>
            <a:reflection blurRad="1000" stA="49000" endA="500" endPos="10000" dist="900" dir="5400000" sy="-90000" algn="bl" rotWithShape="0"/>
          </a:effectLst>
        </p:spPr>
        <p:txBody>
          <a:bodyPr/>
          <a:lstStyle>
            <a:lvl1pPr marL="0" indent="0">
              <a:buNone/>
              <a:defRPr sz="3200"/>
            </a:lvl1pPr>
          </a:lstStyle>
          <a:p>
            <a:r>
              <a:rPr kumimoji="0" lang="zh-CN" altLang="en-US" smtClean="0"/>
              <a:t>单击图标添加图片</a:t>
            </a:r>
            <a:endParaRPr kumimoji="0" lang="en-US" dirty="0"/>
          </a:p>
        </p:txBody>
      </p:sp>
      <p:sp>
        <p:nvSpPr>
          <p:cNvPr id="7" name="日期占位符 6"/>
          <p:cNvSpPr>
            <a:spLocks noGrp="1"/>
          </p:cNvSpPr>
          <p:nvPr>
            <p:ph type="dt" sz="half" idx="10"/>
          </p:nvPr>
        </p:nvSpPr>
        <p:spPr/>
        <p:txBody>
          <a:bodyPr/>
          <a:lstStyle/>
          <a:p>
            <a:fld id="{DF6A4E38-A198-44F7-BBFF-B89B9446F2E7}" type="datetimeFigureOut">
              <a:rPr lang="zh-CN" altLang="en-US" smtClean="0"/>
              <a:t>2017/5/14</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31" name="灯片编号占位符 30"/>
          <p:cNvSpPr>
            <a:spLocks noGrp="1"/>
          </p:cNvSpPr>
          <p:nvPr>
            <p:ph type="sldNum" sz="quarter" idx="12"/>
          </p:nvPr>
        </p:nvSpPr>
        <p:spPr/>
        <p:txBody>
          <a:bodyPr/>
          <a:lstStyle/>
          <a:p>
            <a:fld id="{F29D3883-7D2C-4BAC-8059-910E42D02C34}" type="slidenum">
              <a:rPr lang="zh-CN" altLang="en-US" smtClean="0"/>
              <a:t>‹#›</a:t>
            </a:fld>
            <a:endParaRPr lang="zh-CN" altLang="en-US"/>
          </a:p>
        </p:txBody>
      </p:sp>
      <p:sp>
        <p:nvSpPr>
          <p:cNvPr id="17" name="标题 16"/>
          <p:cNvSpPr>
            <a:spLocks noGrp="1"/>
          </p:cNvSpPr>
          <p:nvPr>
            <p:ph type="title"/>
          </p:nvPr>
        </p:nvSpPr>
        <p:spPr>
          <a:xfrm>
            <a:off x="381000" y="4993760"/>
            <a:ext cx="5867400" cy="522288"/>
          </a:xfrm>
        </p:spPr>
        <p:txBody>
          <a:bodyPr anchor="ctr"/>
          <a:lstStyle>
            <a:lvl1pPr algn="l">
              <a:buNone/>
              <a:defRPr sz="2000" b="1"/>
            </a:lvl1pPr>
          </a:lstStyle>
          <a:p>
            <a:r>
              <a:rPr kumimoji="0" lang="zh-CN" altLang="en-US" smtClean="0"/>
              <a:t>单击此处编辑母版标题样式</a:t>
            </a:r>
            <a:endParaRPr kumimoji="0" lang="en-US"/>
          </a:p>
        </p:txBody>
      </p:sp>
      <p:sp>
        <p:nvSpPr>
          <p:cNvPr id="26" name="文本占位符 25"/>
          <p:cNvSpPr>
            <a:spLocks noGrp="1"/>
          </p:cNvSpPr>
          <p:nvPr>
            <p:ph type="body" sz="half" idx="2"/>
          </p:nvPr>
        </p:nvSpPr>
        <p:spPr>
          <a:xfrm>
            <a:off x="381000" y="5533218"/>
            <a:ext cx="5867400" cy="768350"/>
          </a:xfrm>
        </p:spPr>
        <p:txBody>
          <a:bodyPr lIns="109728" tIns="0"/>
          <a:lstStyle>
            <a:lvl1pPr marL="0" indent="0">
              <a:buNone/>
              <a:defRPr sz="1400"/>
            </a:lvl1pPr>
            <a:lvl2pPr>
              <a:defRPr sz="1200"/>
            </a:lvl2pPr>
            <a:lvl3pPr>
              <a:defRPr sz="1000"/>
            </a:lvl3pPr>
            <a:lvl4pPr>
              <a:defRPr sz="900"/>
            </a:lvl4pPr>
            <a:lvl5pPr>
              <a:defRPr sz="900"/>
            </a:lvl5pPr>
          </a:lstStyle>
          <a:p>
            <a:pPr lvl="0" eaLnBrk="1" latinLnBrk="0" hangingPunct="1"/>
            <a:r>
              <a:rPr kumimoji="0" lang="zh-CN" altLang="en-US" smtClean="0"/>
              <a:t>单击此处编辑母版文本样式</a:t>
            </a: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0" lang="zh-CN" altLang="en-US" smtClean="0"/>
              <a:t>单击此处编辑母版标题样式</a:t>
            </a:r>
            <a:endParaRPr kumimoji="0" lang="en-US"/>
          </a:p>
        </p:txBody>
      </p:sp>
      <p:sp>
        <p:nvSpPr>
          <p:cNvPr id="3" name="竖排文字占位符 2"/>
          <p:cNvSpPr>
            <a:spLocks noGrp="1"/>
          </p:cNvSpPr>
          <p:nvPr>
            <p:ph type="body" orient="vert" idx="1"/>
          </p:nvPr>
        </p:nvSpPr>
        <p:spPr/>
        <p:txBody>
          <a:bodyPr vert="eaVert"/>
          <a:lstStyle/>
          <a:p>
            <a:pPr lvl="0" eaLnBrk="1" latinLnBrk="0" hangingPunct="1"/>
            <a:r>
              <a:rPr lang="zh-CN" altLang="en-US" smtClean="0"/>
              <a:t>单击此处编辑母版文本样式</a:t>
            </a:r>
          </a:p>
          <a:p>
            <a:pPr lvl="1" eaLnBrk="1" latinLnBrk="0" hangingPunct="1"/>
            <a:r>
              <a:rPr lang="zh-CN" altLang="en-US" smtClean="0"/>
              <a:t>第二级</a:t>
            </a:r>
          </a:p>
          <a:p>
            <a:pPr lvl="2" eaLnBrk="1" latinLnBrk="0" hangingPunct="1"/>
            <a:r>
              <a:rPr lang="zh-CN" altLang="en-US" smtClean="0"/>
              <a:t>第三级</a:t>
            </a:r>
          </a:p>
          <a:p>
            <a:pPr lvl="3" eaLnBrk="1" latinLnBrk="0" hangingPunct="1"/>
            <a:r>
              <a:rPr lang="zh-CN" altLang="en-US" smtClean="0"/>
              <a:t>第四级</a:t>
            </a:r>
          </a:p>
          <a:p>
            <a:pPr lvl="4" eaLnBrk="1" latinLnBrk="0" hangingPunct="1"/>
            <a:r>
              <a:rPr lang="zh-CN" altLang="en-US" smtClean="0"/>
              <a:t>第五级</a:t>
            </a:r>
            <a:endParaRPr kumimoji="0" lang="en-US"/>
          </a:p>
        </p:txBody>
      </p:sp>
      <p:sp>
        <p:nvSpPr>
          <p:cNvPr id="4" name="日期占位符 3"/>
          <p:cNvSpPr>
            <a:spLocks noGrp="1"/>
          </p:cNvSpPr>
          <p:nvPr>
            <p:ph type="dt" sz="half" idx="10"/>
          </p:nvPr>
        </p:nvSpPr>
        <p:spPr/>
        <p:txBody>
          <a:bodyPr/>
          <a:lstStyle/>
          <a:p>
            <a:fld id="{DF6A4E38-A198-44F7-BBFF-B89B9446F2E7}" type="datetimeFigureOut">
              <a:rPr lang="zh-CN" altLang="en-US" smtClean="0"/>
              <a:t>2017/5/14</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F29D3883-7D2C-4BAC-8059-910E42D02C34}" type="slidenum">
              <a:rPr lang="zh-CN" altLang="en-US" smtClean="0"/>
              <a:t>‹#›</a:t>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858000" y="549276"/>
            <a:ext cx="1828800" cy="5851525"/>
          </a:xfrm>
        </p:spPr>
        <p:txBody>
          <a:bodyPr vert="eaVert"/>
          <a:lstStyle/>
          <a:p>
            <a:r>
              <a:rPr kumimoji="0" lang="zh-CN" altLang="en-US" smtClean="0"/>
              <a:t>单击此处编辑母版标题样式</a:t>
            </a:r>
            <a:endParaRPr kumimoji="0" lang="en-US"/>
          </a:p>
        </p:txBody>
      </p:sp>
      <p:sp>
        <p:nvSpPr>
          <p:cNvPr id="3" name="竖排文字占位符 2"/>
          <p:cNvSpPr>
            <a:spLocks noGrp="1"/>
          </p:cNvSpPr>
          <p:nvPr>
            <p:ph type="body" orient="vert" idx="1"/>
          </p:nvPr>
        </p:nvSpPr>
        <p:spPr>
          <a:xfrm>
            <a:off x="457200" y="549276"/>
            <a:ext cx="6248400" cy="5851525"/>
          </a:xfrm>
        </p:spPr>
        <p:txBody>
          <a:bodyPr vert="eaVert"/>
          <a:lstStyle/>
          <a:p>
            <a:pPr lvl="0" eaLnBrk="1" latinLnBrk="0" hangingPunct="1"/>
            <a:r>
              <a:rPr lang="zh-CN" altLang="en-US" smtClean="0"/>
              <a:t>单击此处编辑母版文本样式</a:t>
            </a:r>
          </a:p>
          <a:p>
            <a:pPr lvl="1" eaLnBrk="1" latinLnBrk="0" hangingPunct="1"/>
            <a:r>
              <a:rPr lang="zh-CN" altLang="en-US" smtClean="0"/>
              <a:t>第二级</a:t>
            </a:r>
          </a:p>
          <a:p>
            <a:pPr lvl="2" eaLnBrk="1" latinLnBrk="0" hangingPunct="1"/>
            <a:r>
              <a:rPr lang="zh-CN" altLang="en-US" smtClean="0"/>
              <a:t>第三级</a:t>
            </a:r>
          </a:p>
          <a:p>
            <a:pPr lvl="3" eaLnBrk="1" latinLnBrk="0" hangingPunct="1"/>
            <a:r>
              <a:rPr lang="zh-CN" altLang="en-US" smtClean="0"/>
              <a:t>第四级</a:t>
            </a:r>
          </a:p>
          <a:p>
            <a:pPr lvl="4" eaLnBrk="1" latinLnBrk="0" hangingPunct="1"/>
            <a:r>
              <a:rPr lang="zh-CN" altLang="en-US" smtClean="0"/>
              <a:t>第五级</a:t>
            </a:r>
            <a:endParaRPr kumimoji="0" lang="en-US"/>
          </a:p>
        </p:txBody>
      </p:sp>
      <p:sp>
        <p:nvSpPr>
          <p:cNvPr id="4" name="日期占位符 3"/>
          <p:cNvSpPr>
            <a:spLocks noGrp="1"/>
          </p:cNvSpPr>
          <p:nvPr>
            <p:ph type="dt" sz="half" idx="10"/>
          </p:nvPr>
        </p:nvSpPr>
        <p:spPr/>
        <p:txBody>
          <a:bodyPr/>
          <a:lstStyle/>
          <a:p>
            <a:fld id="{DF6A4E38-A198-44F7-BBFF-B89B9446F2E7}" type="datetimeFigureOut">
              <a:rPr lang="zh-CN" altLang="en-US" smtClean="0"/>
              <a:t>2017/5/14</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F29D3883-7D2C-4BAC-8059-910E42D02C34}" type="slidenum">
              <a:rPr lang="zh-CN" altLang="en-US" smtClean="0"/>
              <a:t>‹#›</a:t>
            </a:fld>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7" name="直接连接符 6"/>
          <p:cNvSpPr>
            <a:spLocks noChangeShapeType="1"/>
          </p:cNvSpPr>
          <p:nvPr/>
        </p:nvSpPr>
        <p:spPr bwMode="auto">
          <a:xfrm>
            <a:off x="514350" y="1050898"/>
            <a:ext cx="8629650" cy="2381"/>
          </a:xfrm>
          <a:prstGeom prst="line">
            <a:avLst/>
          </a:prstGeom>
          <a:noFill/>
          <a:ln w="9525" cap="flat" cmpd="sng" algn="ctr">
            <a:gradFill flip="none" rotWithShape="1">
              <a:gsLst>
                <a:gs pos="0">
                  <a:schemeClr val="accent1">
                    <a:alpha val="0"/>
                  </a:schemeClr>
                </a:gs>
                <a:gs pos="17000">
                  <a:schemeClr val="accent1"/>
                </a:gs>
                <a:gs pos="100000">
                  <a:schemeClr val="accent1"/>
                </a:gs>
              </a:gsLst>
              <a:lin ang="0" scaled="1"/>
              <a:tileRect/>
            </a:gra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8" name="文本占位符 7"/>
          <p:cNvSpPr>
            <a:spLocks noGrp="1"/>
          </p:cNvSpPr>
          <p:nvPr>
            <p:ph type="body" idx="1"/>
          </p:nvPr>
        </p:nvSpPr>
        <p:spPr>
          <a:xfrm>
            <a:off x="304800" y="1554162"/>
            <a:ext cx="8686800" cy="4525963"/>
          </a:xfrm>
          <a:prstGeom prst="rect">
            <a:avLst/>
          </a:prstGeom>
        </p:spPr>
        <p:txBody>
          <a:bodyPr vert="horz">
            <a:normAutofit/>
          </a:bodyPr>
          <a:lstStyle/>
          <a:p>
            <a:pPr lvl="0" eaLnBrk="1" latinLnBrk="0" hangingPunct="1"/>
            <a:r>
              <a:rPr kumimoji="0" lang="zh-CN" altLang="en-US" smtClean="0"/>
              <a:t>单击此处编辑母版文本样式</a:t>
            </a:r>
          </a:p>
          <a:p>
            <a:pPr lvl="1" eaLnBrk="1" latinLnBrk="0" hangingPunct="1"/>
            <a:r>
              <a:rPr kumimoji="0" lang="zh-CN" altLang="en-US" smtClean="0"/>
              <a:t>第二级</a:t>
            </a:r>
          </a:p>
          <a:p>
            <a:pPr lvl="2" eaLnBrk="1" latinLnBrk="0" hangingPunct="1"/>
            <a:r>
              <a:rPr kumimoji="0" lang="zh-CN" altLang="en-US" smtClean="0"/>
              <a:t>第三级</a:t>
            </a:r>
          </a:p>
          <a:p>
            <a:pPr lvl="3" eaLnBrk="1" latinLnBrk="0" hangingPunct="1"/>
            <a:r>
              <a:rPr kumimoji="0" lang="zh-CN" altLang="en-US" smtClean="0"/>
              <a:t>第四级</a:t>
            </a:r>
          </a:p>
          <a:p>
            <a:pPr lvl="4" eaLnBrk="1" latinLnBrk="0" hangingPunct="1"/>
            <a:r>
              <a:rPr kumimoji="0" lang="zh-CN" altLang="en-US" smtClean="0"/>
              <a:t>第五级</a:t>
            </a:r>
            <a:endParaRPr kumimoji="0" lang="en-US"/>
          </a:p>
        </p:txBody>
      </p:sp>
      <p:sp>
        <p:nvSpPr>
          <p:cNvPr id="11" name="日期占位符 10"/>
          <p:cNvSpPr>
            <a:spLocks noGrp="1"/>
          </p:cNvSpPr>
          <p:nvPr>
            <p:ph type="dt" sz="half" idx="2"/>
          </p:nvPr>
        </p:nvSpPr>
        <p:spPr>
          <a:xfrm>
            <a:off x="6477000" y="76200"/>
            <a:ext cx="2514600" cy="288925"/>
          </a:xfrm>
          <a:prstGeom prst="rect">
            <a:avLst/>
          </a:prstGeom>
        </p:spPr>
        <p:txBody>
          <a:bodyPr vert="horz"/>
          <a:lstStyle>
            <a:lvl1pPr algn="l" eaLnBrk="1" latinLnBrk="0" hangingPunct="1">
              <a:defRPr kumimoji="0" sz="1200">
                <a:solidFill>
                  <a:schemeClr val="accent1">
                    <a:shade val="75000"/>
                  </a:schemeClr>
                </a:solidFill>
              </a:defRPr>
            </a:lvl1pPr>
          </a:lstStyle>
          <a:p>
            <a:fld id="{DF6A4E38-A198-44F7-BBFF-B89B9446F2E7}" type="datetimeFigureOut">
              <a:rPr lang="zh-CN" altLang="en-US" smtClean="0"/>
              <a:t>2017/5/14</a:t>
            </a:fld>
            <a:endParaRPr lang="zh-CN" altLang="en-US"/>
          </a:p>
        </p:txBody>
      </p:sp>
      <p:sp>
        <p:nvSpPr>
          <p:cNvPr id="28" name="页脚占位符 27"/>
          <p:cNvSpPr>
            <a:spLocks noGrp="1"/>
          </p:cNvSpPr>
          <p:nvPr>
            <p:ph type="ftr" sz="quarter" idx="3"/>
          </p:nvPr>
        </p:nvSpPr>
        <p:spPr>
          <a:xfrm>
            <a:off x="3124200" y="76200"/>
            <a:ext cx="3352800" cy="288925"/>
          </a:xfrm>
          <a:prstGeom prst="rect">
            <a:avLst/>
          </a:prstGeom>
        </p:spPr>
        <p:txBody>
          <a:bodyPr vert="horz"/>
          <a:lstStyle>
            <a:lvl1pPr algn="r" eaLnBrk="1" latinLnBrk="0" hangingPunct="1">
              <a:defRPr kumimoji="0" sz="1200">
                <a:solidFill>
                  <a:schemeClr val="accent1">
                    <a:shade val="75000"/>
                  </a:schemeClr>
                </a:solidFill>
              </a:defRPr>
            </a:lvl1pPr>
          </a:lstStyle>
          <a:p>
            <a:endParaRPr lang="zh-CN" altLang="en-US"/>
          </a:p>
        </p:txBody>
      </p:sp>
      <p:sp>
        <p:nvSpPr>
          <p:cNvPr id="5" name="灯片编号占位符 4"/>
          <p:cNvSpPr>
            <a:spLocks noGrp="1"/>
          </p:cNvSpPr>
          <p:nvPr>
            <p:ph type="sldNum" sz="quarter" idx="4"/>
          </p:nvPr>
        </p:nvSpPr>
        <p:spPr>
          <a:xfrm>
            <a:off x="8229600" y="6477000"/>
            <a:ext cx="762000" cy="244475"/>
          </a:xfrm>
          <a:prstGeom prst="rect">
            <a:avLst/>
          </a:prstGeom>
        </p:spPr>
        <p:txBody>
          <a:bodyPr vert="horz"/>
          <a:lstStyle>
            <a:lvl1pPr algn="r" eaLnBrk="1" latinLnBrk="0" hangingPunct="1">
              <a:defRPr kumimoji="0" sz="1200">
                <a:solidFill>
                  <a:schemeClr val="accent1">
                    <a:shade val="75000"/>
                  </a:schemeClr>
                </a:solidFill>
              </a:defRPr>
            </a:lvl1pPr>
          </a:lstStyle>
          <a:p>
            <a:fld id="{F29D3883-7D2C-4BAC-8059-910E42D02C34}" type="slidenum">
              <a:rPr lang="zh-CN" altLang="en-US" smtClean="0"/>
              <a:t>‹#›</a:t>
            </a:fld>
            <a:endParaRPr lang="zh-CN" altLang="en-US"/>
          </a:p>
        </p:txBody>
      </p:sp>
      <p:sp>
        <p:nvSpPr>
          <p:cNvPr id="10" name="标题占位符 9"/>
          <p:cNvSpPr>
            <a:spLocks noGrp="1"/>
          </p:cNvSpPr>
          <p:nvPr>
            <p:ph type="title"/>
          </p:nvPr>
        </p:nvSpPr>
        <p:spPr>
          <a:xfrm>
            <a:off x="304800" y="457200"/>
            <a:ext cx="8686800" cy="838200"/>
          </a:xfrm>
          <a:prstGeom prst="rect">
            <a:avLst/>
          </a:prstGeom>
        </p:spPr>
        <p:txBody>
          <a:bodyPr vert="horz" anchor="ctr">
            <a:normAutofit/>
          </a:bodyPr>
          <a:lstStyle/>
          <a:p>
            <a:r>
              <a:rPr kumimoji="0" lang="zh-CN" altLang="en-US" smtClean="0"/>
              <a:t>单击此处编辑母版标题样式</a:t>
            </a:r>
            <a:endParaRPr kumimoji="0" lang="en-US"/>
          </a:p>
        </p:txBody>
      </p:sp>
      <p:sp>
        <p:nvSpPr>
          <p:cNvPr id="9" name="直接连接符 8"/>
          <p:cNvSpPr>
            <a:spLocks noChangeShapeType="1"/>
          </p:cNvSpPr>
          <p:nvPr/>
        </p:nvSpPr>
        <p:spPr bwMode="auto">
          <a:xfrm>
            <a:off x="514350" y="1050898"/>
            <a:ext cx="8629650" cy="2381"/>
          </a:xfrm>
          <a:prstGeom prst="line">
            <a:avLst/>
          </a:prstGeom>
          <a:noFill/>
          <a:ln w="9525" cap="flat" cmpd="sng" algn="ctr">
            <a:gradFill flip="none" rotWithShape="1">
              <a:gsLst>
                <a:gs pos="0">
                  <a:schemeClr val="accent1">
                    <a:alpha val="0"/>
                  </a:schemeClr>
                </a:gs>
                <a:gs pos="17000">
                  <a:schemeClr val="accent1"/>
                </a:gs>
                <a:gs pos="100000">
                  <a:schemeClr val="accent1"/>
                </a:gs>
              </a:gsLst>
              <a:lin ang="0" scaled="1"/>
              <a:tileRect/>
            </a:gra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2" name="直接连接符 11"/>
          <p:cNvSpPr>
            <a:spLocks noChangeShapeType="1"/>
          </p:cNvSpPr>
          <p:nvPr/>
        </p:nvSpPr>
        <p:spPr bwMode="auto">
          <a:xfrm>
            <a:off x="514350" y="1057986"/>
            <a:ext cx="8629650" cy="2381"/>
          </a:xfrm>
          <a:prstGeom prst="line">
            <a:avLst/>
          </a:prstGeom>
          <a:noFill/>
          <a:ln w="9525" cap="flat" cmpd="sng" algn="ctr">
            <a:gradFill flip="none" rotWithShape="1">
              <a:gsLst>
                <a:gs pos="0">
                  <a:schemeClr val="accent1">
                    <a:alpha val="0"/>
                  </a:schemeClr>
                </a:gs>
                <a:gs pos="17000">
                  <a:schemeClr val="accent1"/>
                </a:gs>
                <a:gs pos="100000">
                  <a:schemeClr val="accent1"/>
                </a:gs>
              </a:gsLst>
              <a:lin ang="0" scaled="1"/>
              <a:tileRect/>
            </a:gradFill>
            <a:prstDash val="solid"/>
            <a:round/>
            <a:headEnd type="none" w="med" len="med"/>
            <a:tailEnd type="none" w="med" len="med"/>
          </a:ln>
          <a:effectLst/>
        </p:spPr>
        <p:txBody>
          <a:bodyPr vert="horz" wrap="square" lIns="91440" tIns="45720" rIns="91440" bIns="45720" anchor="t" compatLnSpc="1"/>
          <a:lstStyle/>
          <a:p>
            <a:endParaRPr kumimoji="0" lang="en-US"/>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rtl="0" eaLnBrk="1" latinLnBrk="0" hangingPunct="1">
        <a:spcBef>
          <a:spcPct val="0"/>
        </a:spcBef>
        <a:buNone/>
        <a:defRPr kumimoji="0" sz="3600" kern="1200" cap="all" baseline="0">
          <a:solidFill>
            <a:schemeClr val="tx2"/>
          </a:solidFill>
          <a:effectLst>
            <a:reflection blurRad="12700" stA="48000" endA="300" endPos="55000" dir="5400000" sy="-90000" algn="bl" rotWithShape="0"/>
          </a:effectLst>
          <a:latin typeface="+mj-lt"/>
          <a:ea typeface="+mj-ea"/>
          <a:cs typeface="+mj-cs"/>
        </a:defRPr>
      </a:lvl1pPr>
    </p:titleStyle>
    <p:bodyStyle>
      <a:lvl1pPr marL="342900" indent="-342900" algn="l" rtl="0" eaLnBrk="1" latinLnBrk="0" hangingPunct="1">
        <a:spcBef>
          <a:spcPct val="20000"/>
        </a:spcBef>
        <a:buClr>
          <a:schemeClr val="accent1"/>
        </a:buClr>
        <a:buSzPct val="70000"/>
        <a:buFont typeface="Wingdings 2"/>
        <a:buChar char=""/>
        <a:defRPr kumimoji="0" sz="3200" kern="1200">
          <a:solidFill>
            <a:schemeClr val="tx2"/>
          </a:solidFill>
          <a:latin typeface="+mn-lt"/>
          <a:ea typeface="+mn-ea"/>
          <a:cs typeface="+mn-cs"/>
        </a:defRPr>
      </a:lvl1pPr>
      <a:lvl2pPr marL="742950" indent="-285750" algn="l" rtl="0" eaLnBrk="1" latinLnBrk="0" hangingPunct="1">
        <a:spcBef>
          <a:spcPct val="20000"/>
        </a:spcBef>
        <a:buClr>
          <a:schemeClr val="accent1"/>
        </a:buClr>
        <a:buSzPct val="70000"/>
        <a:buFont typeface="Wingdings 2"/>
        <a:buChar char=""/>
        <a:defRPr kumimoji="0" sz="2800" kern="1200">
          <a:solidFill>
            <a:schemeClr val="tx2"/>
          </a:solidFill>
          <a:latin typeface="+mn-lt"/>
          <a:ea typeface="+mn-ea"/>
          <a:cs typeface="+mn-cs"/>
        </a:defRPr>
      </a:lvl2pPr>
      <a:lvl3pPr marL="1143000" indent="-228600" algn="l" rtl="0" eaLnBrk="1" latinLnBrk="0" hangingPunct="1">
        <a:spcBef>
          <a:spcPct val="20000"/>
        </a:spcBef>
        <a:buClr>
          <a:schemeClr val="accent1"/>
        </a:buClr>
        <a:buSzPct val="70000"/>
        <a:buFont typeface="Wingdings 2"/>
        <a:buChar char=""/>
        <a:defRPr kumimoji="0" sz="2400" kern="1200">
          <a:solidFill>
            <a:schemeClr val="tx2"/>
          </a:solidFill>
          <a:latin typeface="+mn-lt"/>
          <a:ea typeface="+mn-ea"/>
          <a:cs typeface="+mn-cs"/>
        </a:defRPr>
      </a:lvl3pPr>
      <a:lvl4pPr marL="1600200" indent="-228600" algn="l" rtl="0" eaLnBrk="1" latinLnBrk="0" hangingPunct="1">
        <a:spcBef>
          <a:spcPct val="20000"/>
        </a:spcBef>
        <a:buClr>
          <a:schemeClr val="accent1"/>
        </a:buClr>
        <a:buSzPct val="70000"/>
        <a:buFont typeface="Wingdings 2"/>
        <a:buChar char=""/>
        <a:defRPr kumimoji="0" sz="2000" kern="1200">
          <a:solidFill>
            <a:schemeClr val="tx2"/>
          </a:solidFill>
          <a:latin typeface="+mn-lt"/>
          <a:ea typeface="+mn-ea"/>
          <a:cs typeface="+mn-cs"/>
        </a:defRPr>
      </a:lvl4pPr>
      <a:lvl5pPr marL="2057400" indent="-228600" algn="l" rtl="0" eaLnBrk="1" latinLnBrk="0" hangingPunct="1">
        <a:spcBef>
          <a:spcPct val="20000"/>
        </a:spcBef>
        <a:buClr>
          <a:schemeClr val="accent1"/>
        </a:buClr>
        <a:buSzPct val="60000"/>
        <a:buFont typeface="Wingdings 2"/>
        <a:buChar char=""/>
        <a:defRPr kumimoji="0" sz="1800" kern="1200">
          <a:solidFill>
            <a:schemeClr val="tx2"/>
          </a:solidFill>
          <a:latin typeface="+mn-lt"/>
          <a:ea typeface="+mn-ea"/>
          <a:cs typeface="+mn-cs"/>
        </a:defRPr>
      </a:lvl5pPr>
      <a:lvl6pPr marL="2514600" indent="-228600" algn="l" rtl="0" eaLnBrk="1" latinLnBrk="0" hangingPunct="1">
        <a:spcBef>
          <a:spcPct val="20000"/>
        </a:spcBef>
        <a:buClr>
          <a:schemeClr val="accent1"/>
        </a:buClr>
        <a:buSzPct val="60000"/>
        <a:buFont typeface="Wingdings 2"/>
        <a:buChar char=""/>
        <a:defRPr kumimoji="0" sz="1800" kern="1200">
          <a:solidFill>
            <a:schemeClr val="tx2"/>
          </a:solidFill>
          <a:latin typeface="+mn-lt"/>
          <a:ea typeface="+mn-ea"/>
          <a:cs typeface="+mn-cs"/>
        </a:defRPr>
      </a:lvl6pPr>
      <a:lvl7pPr marL="2971800" indent="-228600" algn="l" rtl="0" eaLnBrk="1" latinLnBrk="0" hangingPunct="1">
        <a:spcBef>
          <a:spcPct val="20000"/>
        </a:spcBef>
        <a:buClr>
          <a:schemeClr val="accent1"/>
        </a:buClr>
        <a:buSzPct val="60000"/>
        <a:buFont typeface="Wingdings 2"/>
        <a:buChar char=""/>
        <a:defRPr kumimoji="0" sz="1600" kern="1200">
          <a:solidFill>
            <a:schemeClr val="tx2"/>
          </a:solidFill>
          <a:latin typeface="+mn-lt"/>
          <a:ea typeface="+mn-ea"/>
          <a:cs typeface="+mn-cs"/>
        </a:defRPr>
      </a:lvl7pPr>
      <a:lvl8pPr marL="3429000" indent="-228600" algn="l" rtl="0" eaLnBrk="1" latinLnBrk="0" hangingPunct="1">
        <a:spcBef>
          <a:spcPct val="20000"/>
        </a:spcBef>
        <a:buClr>
          <a:schemeClr val="accent1"/>
        </a:buClr>
        <a:buSzPct val="60000"/>
        <a:buFont typeface="Wingdings 2"/>
        <a:buChar char=""/>
        <a:defRPr kumimoji="0" sz="1600" kern="1200" baseline="0">
          <a:solidFill>
            <a:schemeClr val="tx2"/>
          </a:solidFill>
          <a:latin typeface="+mn-lt"/>
          <a:ea typeface="+mn-ea"/>
          <a:cs typeface="+mn-cs"/>
        </a:defRPr>
      </a:lvl8pPr>
      <a:lvl9pPr marL="3886200" indent="-228600" algn="l" rtl="0" eaLnBrk="1" latinLnBrk="0" hangingPunct="1">
        <a:spcBef>
          <a:spcPct val="20000"/>
        </a:spcBef>
        <a:buClr>
          <a:schemeClr val="accent1"/>
        </a:buClr>
        <a:buSzPct val="60000"/>
        <a:buFont typeface="Wingdings 2"/>
        <a:buChar char=""/>
        <a:defRPr kumimoji="0" sz="1400" kern="1200" baseline="0">
          <a:solidFill>
            <a:schemeClr val="tx2"/>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p:txBody>
          <a:bodyPr/>
          <a:lstStyle/>
          <a:p>
            <a:r>
              <a:rPr lang="zh-CN" altLang="zh-CN" dirty="0">
                <a:effectLst/>
              </a:rPr>
              <a:t>第</a:t>
            </a:r>
            <a:r>
              <a:rPr lang="en-US" altLang="zh-CN" dirty="0">
                <a:effectLst/>
              </a:rPr>
              <a:t>8</a:t>
            </a:r>
            <a:r>
              <a:rPr lang="zh-CN" altLang="zh-CN" dirty="0">
                <a:effectLst/>
              </a:rPr>
              <a:t>章 计算机网络管理与安全</a:t>
            </a:r>
            <a:endParaRPr lang="zh-CN" altLang="en-US" dirty="0"/>
          </a:p>
        </p:txBody>
      </p:sp>
      <p:sp>
        <p:nvSpPr>
          <p:cNvPr id="3" name="副标题 2"/>
          <p:cNvSpPr>
            <a:spLocks noGrp="1"/>
          </p:cNvSpPr>
          <p:nvPr>
            <p:ph type="subTitle" idx="1"/>
          </p:nvPr>
        </p:nvSpPr>
        <p:spPr/>
        <p:txBody>
          <a:bodyPr/>
          <a:lstStyle/>
          <a:p>
            <a:endParaRPr lang="zh-CN" altLang="en-US"/>
          </a:p>
        </p:txBody>
      </p:sp>
    </p:spTree>
    <p:extLst>
      <p:ext uri="{BB962C8B-B14F-4D97-AF65-F5344CB8AC3E}">
        <p14:creationId xmlns:p14="http://schemas.microsoft.com/office/powerpoint/2010/main" val="307592719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b="1" dirty="0">
                <a:effectLst/>
              </a:rPr>
              <a:t>8.1 </a:t>
            </a:r>
            <a:r>
              <a:rPr lang="zh-CN" altLang="zh-CN" b="1" dirty="0">
                <a:effectLst/>
              </a:rPr>
              <a:t>计算机网络</a:t>
            </a:r>
            <a:r>
              <a:rPr lang="zh-CN" altLang="zh-CN" b="1" dirty="0" smtClean="0">
                <a:effectLst/>
              </a:rPr>
              <a:t>管理</a:t>
            </a:r>
            <a:endParaRPr lang="zh-CN" altLang="en-US" dirty="0"/>
          </a:p>
        </p:txBody>
      </p:sp>
      <p:sp>
        <p:nvSpPr>
          <p:cNvPr id="3" name="内容占位符 2"/>
          <p:cNvSpPr>
            <a:spLocks noGrp="1"/>
          </p:cNvSpPr>
          <p:nvPr>
            <p:ph idx="1"/>
          </p:nvPr>
        </p:nvSpPr>
        <p:spPr/>
        <p:txBody>
          <a:bodyPr/>
          <a:lstStyle/>
          <a:p>
            <a:r>
              <a:rPr lang="zh-CN" altLang="zh-CN" dirty="0"/>
              <a:t>在</a:t>
            </a:r>
            <a:r>
              <a:rPr lang="en-US" altLang="zh-CN" dirty="0"/>
              <a:t>ISO</a:t>
            </a:r>
            <a:r>
              <a:rPr lang="zh-CN" altLang="zh-CN" dirty="0"/>
              <a:t>的网络管理框架</a:t>
            </a:r>
            <a:r>
              <a:rPr lang="en-US" altLang="zh-CN" dirty="0"/>
              <a:t>[ISO 7498-4]</a:t>
            </a:r>
            <a:r>
              <a:rPr lang="zh-CN" altLang="zh-CN" dirty="0"/>
              <a:t>中为</a:t>
            </a:r>
            <a:r>
              <a:rPr lang="en-US" altLang="zh-CN" dirty="0"/>
              <a:t>OSI</a:t>
            </a:r>
            <a:r>
              <a:rPr lang="zh-CN" altLang="zh-CN" dirty="0"/>
              <a:t>管理协议定义了系统管理、（</a:t>
            </a:r>
            <a:r>
              <a:rPr lang="en-US" altLang="zh-CN" dirty="0"/>
              <a:t>N</a:t>
            </a:r>
            <a:r>
              <a:rPr lang="zh-CN" altLang="zh-CN" dirty="0"/>
              <a:t>）层管理和（</a:t>
            </a:r>
            <a:r>
              <a:rPr lang="en-US" altLang="zh-CN" dirty="0"/>
              <a:t>N</a:t>
            </a:r>
            <a:r>
              <a:rPr lang="zh-CN" altLang="zh-CN" dirty="0"/>
              <a:t>）层操作三个结构，规定了网络管理信息的三种可能的形式。</a:t>
            </a:r>
            <a:endParaRPr lang="zh-CN" altLang="en-US" dirty="0"/>
          </a:p>
        </p:txBody>
      </p:sp>
    </p:spTree>
    <p:extLst>
      <p:ext uri="{BB962C8B-B14F-4D97-AF65-F5344CB8AC3E}">
        <p14:creationId xmlns:p14="http://schemas.microsoft.com/office/powerpoint/2010/main" val="87154773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zh-CN" dirty="0">
                <a:effectLst/>
              </a:rPr>
              <a:t>简单网络管理协议</a:t>
            </a:r>
            <a:r>
              <a:rPr lang="en-US" altLang="zh-CN" dirty="0">
                <a:effectLst/>
              </a:rPr>
              <a:t>SNMP</a:t>
            </a:r>
            <a:endParaRPr lang="zh-CN" altLang="en-US" dirty="0"/>
          </a:p>
        </p:txBody>
      </p:sp>
      <p:sp>
        <p:nvSpPr>
          <p:cNvPr id="3" name="内容占位符 2"/>
          <p:cNvSpPr>
            <a:spLocks noGrp="1"/>
          </p:cNvSpPr>
          <p:nvPr>
            <p:ph idx="1"/>
          </p:nvPr>
        </p:nvSpPr>
        <p:spPr/>
        <p:txBody>
          <a:bodyPr/>
          <a:lstStyle/>
          <a:p>
            <a:r>
              <a:rPr lang="en-US" altLang="zh-CN" dirty="0"/>
              <a:t>SNMP</a:t>
            </a:r>
            <a:r>
              <a:rPr lang="zh-CN" altLang="zh-CN" dirty="0"/>
              <a:t>提供全方位的管理手段，具有统计、配置、测试、差错检测、恢复以及实时维护等功能。虽然</a:t>
            </a:r>
            <a:r>
              <a:rPr lang="en-US" altLang="zh-CN" dirty="0"/>
              <a:t>SNMP</a:t>
            </a:r>
            <a:r>
              <a:rPr lang="zh-CN" altLang="zh-CN" dirty="0"/>
              <a:t>是在</a:t>
            </a:r>
            <a:r>
              <a:rPr lang="en-US" altLang="zh-CN" dirty="0"/>
              <a:t>TCP</a:t>
            </a:r>
            <a:r>
              <a:rPr lang="zh-CN" altLang="zh-CN" dirty="0"/>
              <a:t>／</a:t>
            </a:r>
            <a:r>
              <a:rPr lang="en-US" altLang="zh-CN" dirty="0"/>
              <a:t>IP</a:t>
            </a:r>
            <a:r>
              <a:rPr lang="zh-CN" altLang="zh-CN" dirty="0"/>
              <a:t>基础上的网络管理协议，但可以扩展到其他类型的网络设备上。</a:t>
            </a:r>
          </a:p>
          <a:p>
            <a:endParaRPr lang="zh-CN" altLang="en-US" dirty="0"/>
          </a:p>
        </p:txBody>
      </p:sp>
    </p:spTree>
    <p:extLst>
      <p:ext uri="{BB962C8B-B14F-4D97-AF65-F5344CB8AC3E}">
        <p14:creationId xmlns:p14="http://schemas.microsoft.com/office/powerpoint/2010/main" val="61769281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3" name="内容占位符 2"/>
          <p:cNvSpPr>
            <a:spLocks noGrp="1"/>
          </p:cNvSpPr>
          <p:nvPr>
            <p:ph idx="1"/>
          </p:nvPr>
        </p:nvSpPr>
        <p:spPr/>
        <p:txBody>
          <a:bodyPr/>
          <a:lstStyle/>
          <a:p>
            <a:r>
              <a:rPr lang="en-US" altLang="zh-CN" dirty="0"/>
              <a:t>SNMP</a:t>
            </a:r>
            <a:r>
              <a:rPr lang="zh-CN" altLang="zh-CN" dirty="0"/>
              <a:t>包括被管理对象自身的管理和管理中心的管理两部分。</a:t>
            </a:r>
          </a:p>
          <a:p>
            <a:r>
              <a:rPr lang="en-US" altLang="zh-CN" dirty="0"/>
              <a:t>SNMP </a:t>
            </a:r>
            <a:r>
              <a:rPr lang="zh-CN" altLang="zh-CN" dirty="0"/>
              <a:t>管理的网络有三个主要组成部分：管理设备、代理和网络管理系统。</a:t>
            </a:r>
          </a:p>
          <a:p>
            <a:endParaRPr lang="zh-CN" altLang="en-US" dirty="0"/>
          </a:p>
        </p:txBody>
      </p:sp>
    </p:spTree>
    <p:extLst>
      <p:ext uri="{BB962C8B-B14F-4D97-AF65-F5344CB8AC3E}">
        <p14:creationId xmlns:p14="http://schemas.microsoft.com/office/powerpoint/2010/main" val="218188195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b="1" dirty="0">
                <a:effectLst/>
              </a:rPr>
              <a:t>8.2 </a:t>
            </a:r>
            <a:r>
              <a:rPr lang="zh-CN" altLang="zh-CN" b="1" dirty="0">
                <a:effectLst/>
              </a:rPr>
              <a:t>网络管理</a:t>
            </a:r>
            <a:r>
              <a:rPr lang="zh-CN" altLang="zh-CN" b="1" dirty="0" smtClean="0">
                <a:effectLst/>
              </a:rPr>
              <a:t>模型</a:t>
            </a:r>
            <a:endParaRPr lang="zh-CN" altLang="en-US" dirty="0"/>
          </a:p>
        </p:txBody>
      </p:sp>
      <p:sp>
        <p:nvSpPr>
          <p:cNvPr id="3" name="内容占位符 2"/>
          <p:cNvSpPr>
            <a:spLocks noGrp="1"/>
          </p:cNvSpPr>
          <p:nvPr>
            <p:ph idx="1"/>
          </p:nvPr>
        </p:nvSpPr>
        <p:spPr/>
        <p:txBody>
          <a:bodyPr/>
          <a:lstStyle/>
          <a:p>
            <a:r>
              <a:rPr lang="zh-CN" altLang="zh-CN" dirty="0"/>
              <a:t>网络管理功能是为网络管理员进行监视、控制和维护网络而设计的。在</a:t>
            </a:r>
            <a:r>
              <a:rPr lang="en-US" altLang="zh-CN" dirty="0"/>
              <a:t>OSI</a:t>
            </a:r>
            <a:r>
              <a:rPr lang="zh-CN" altLang="zh-CN" dirty="0"/>
              <a:t>网络管理标准中，将系统管理功能域分为配置管理、故障管理、性能管理、安全管理、计费管理。</a:t>
            </a:r>
            <a:endParaRPr lang="zh-CN" altLang="en-US" dirty="0"/>
          </a:p>
        </p:txBody>
      </p:sp>
    </p:spTree>
    <p:extLst>
      <p:ext uri="{BB962C8B-B14F-4D97-AF65-F5344CB8AC3E}">
        <p14:creationId xmlns:p14="http://schemas.microsoft.com/office/powerpoint/2010/main" val="47288622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3" name="内容占位符 2"/>
          <p:cNvSpPr>
            <a:spLocks noGrp="1"/>
          </p:cNvSpPr>
          <p:nvPr>
            <p:ph idx="1"/>
          </p:nvPr>
        </p:nvSpPr>
        <p:spPr/>
        <p:txBody>
          <a:bodyPr/>
          <a:lstStyle/>
          <a:p>
            <a:r>
              <a:rPr lang="en-US" altLang="zh-CN" dirty="0"/>
              <a:t>5</a:t>
            </a:r>
            <a:r>
              <a:rPr lang="zh-CN" altLang="zh-CN" dirty="0"/>
              <a:t>个管理功能只是网络管理的基本功能，有些网络管理如网络规划、网络操作人员的管理等是不包括在这</a:t>
            </a:r>
            <a:r>
              <a:rPr lang="en-US" altLang="zh-CN" dirty="0"/>
              <a:t>5</a:t>
            </a:r>
            <a:r>
              <a:rPr lang="zh-CN" altLang="zh-CN" dirty="0"/>
              <a:t>个基本功能之内的。这些基本管理功能之间是相互制约的，其中某些功能的输出可以作为另外一种功能的输入，而且所有网络功能都是基于</a:t>
            </a:r>
            <a:r>
              <a:rPr lang="en-US" altLang="zh-CN" dirty="0"/>
              <a:t>MIB</a:t>
            </a:r>
            <a:r>
              <a:rPr lang="zh-CN" altLang="zh-CN" dirty="0"/>
              <a:t>来完成相应操作的。</a:t>
            </a:r>
          </a:p>
          <a:p>
            <a:endParaRPr lang="zh-CN" altLang="en-US" dirty="0"/>
          </a:p>
        </p:txBody>
      </p:sp>
    </p:spTree>
    <p:extLst>
      <p:ext uri="{BB962C8B-B14F-4D97-AF65-F5344CB8AC3E}">
        <p14:creationId xmlns:p14="http://schemas.microsoft.com/office/powerpoint/2010/main" val="206389266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b="1" dirty="0">
                <a:effectLst/>
              </a:rPr>
              <a:t>8.3</a:t>
            </a:r>
            <a:r>
              <a:rPr lang="zh-CN" altLang="zh-CN" b="1" dirty="0">
                <a:effectLst/>
              </a:rPr>
              <a:t>计算机网络安全</a:t>
            </a:r>
            <a:r>
              <a:rPr lang="zh-CN" altLang="zh-CN" b="1" dirty="0" smtClean="0">
                <a:effectLst/>
              </a:rPr>
              <a:t>概述</a:t>
            </a:r>
            <a:endParaRPr lang="zh-CN" altLang="en-US" dirty="0"/>
          </a:p>
        </p:txBody>
      </p:sp>
      <p:sp>
        <p:nvSpPr>
          <p:cNvPr id="3" name="内容占位符 2"/>
          <p:cNvSpPr>
            <a:spLocks noGrp="1"/>
          </p:cNvSpPr>
          <p:nvPr>
            <p:ph idx="1"/>
          </p:nvPr>
        </p:nvSpPr>
        <p:spPr/>
        <p:txBody>
          <a:bodyPr/>
          <a:lstStyle/>
          <a:p>
            <a:r>
              <a:rPr lang="zh-CN" altLang="zh-CN" dirty="0"/>
              <a:t>网络安全体系是保证信息安全的关键，包括计算机安全操作系统、各种安全协议、安全机制（数字签名、消息认证、数据加密等），直至安全系统等，只要存在安全漏洞便可以威胁全局安全。</a:t>
            </a:r>
          </a:p>
          <a:p>
            <a:endParaRPr lang="zh-CN" altLang="en-US" dirty="0"/>
          </a:p>
        </p:txBody>
      </p:sp>
    </p:spTree>
    <p:extLst>
      <p:ext uri="{BB962C8B-B14F-4D97-AF65-F5344CB8AC3E}">
        <p14:creationId xmlns:p14="http://schemas.microsoft.com/office/powerpoint/2010/main" val="74215059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dirty="0"/>
          </a:p>
        </p:txBody>
      </p:sp>
      <p:sp>
        <p:nvSpPr>
          <p:cNvPr id="3" name="内容占位符 2"/>
          <p:cNvSpPr>
            <a:spLocks noGrp="1"/>
          </p:cNvSpPr>
          <p:nvPr>
            <p:ph idx="1"/>
          </p:nvPr>
        </p:nvSpPr>
        <p:spPr/>
        <p:txBody>
          <a:bodyPr>
            <a:normAutofit/>
          </a:bodyPr>
          <a:lstStyle/>
          <a:p>
            <a:r>
              <a:rPr lang="zh-CN" altLang="zh-CN" dirty="0"/>
              <a:t>网络安全是指信息网络的硬件、软件及其系统中的数据受到保护，不受偶然的或者恶意的原因而遭到破坏、更改、泄露，系统连续可靠正常地运行，信息服务不中断。</a:t>
            </a:r>
          </a:p>
          <a:p>
            <a:endParaRPr lang="zh-CN" altLang="en-US" dirty="0"/>
          </a:p>
        </p:txBody>
      </p:sp>
    </p:spTree>
    <p:extLst>
      <p:ext uri="{BB962C8B-B14F-4D97-AF65-F5344CB8AC3E}">
        <p14:creationId xmlns:p14="http://schemas.microsoft.com/office/powerpoint/2010/main" val="204907948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3" name="内容占位符 2"/>
          <p:cNvSpPr>
            <a:spLocks noGrp="1"/>
          </p:cNvSpPr>
          <p:nvPr>
            <p:ph idx="1"/>
          </p:nvPr>
        </p:nvSpPr>
        <p:spPr/>
        <p:txBody>
          <a:bodyPr/>
          <a:lstStyle/>
          <a:p>
            <a:r>
              <a:rPr lang="zh-CN" altLang="zh-CN" dirty="0"/>
              <a:t>信息安全主要包括以下五方面的内容，即需保证信息的保密性、真实性、完整性、未授权拷贝和所寄生系统的安全性。</a:t>
            </a:r>
          </a:p>
          <a:p>
            <a:endParaRPr lang="zh-CN" altLang="en-US" dirty="0"/>
          </a:p>
        </p:txBody>
      </p:sp>
    </p:spTree>
    <p:extLst>
      <p:ext uri="{BB962C8B-B14F-4D97-AF65-F5344CB8AC3E}">
        <p14:creationId xmlns:p14="http://schemas.microsoft.com/office/powerpoint/2010/main" val="1829008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3" name="内容占位符 2"/>
          <p:cNvSpPr>
            <a:spLocks noGrp="1"/>
          </p:cNvSpPr>
          <p:nvPr>
            <p:ph idx="1"/>
          </p:nvPr>
        </p:nvSpPr>
        <p:spPr/>
        <p:txBody>
          <a:bodyPr/>
          <a:lstStyle/>
          <a:p>
            <a:r>
              <a:rPr lang="zh-CN" altLang="zh-CN" dirty="0"/>
              <a:t>网络安全是一门涉及计算机科学、网络技术、通信技术、密码技术、信息安全技术、应用数学、数论、信息论等多种学科的综合性学科。</a:t>
            </a:r>
          </a:p>
          <a:p>
            <a:endParaRPr lang="zh-CN" altLang="en-US" dirty="0"/>
          </a:p>
        </p:txBody>
      </p:sp>
    </p:spTree>
    <p:extLst>
      <p:ext uri="{BB962C8B-B14F-4D97-AF65-F5344CB8AC3E}">
        <p14:creationId xmlns:p14="http://schemas.microsoft.com/office/powerpoint/2010/main" val="131687952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b="1" dirty="0">
                <a:effectLst/>
              </a:rPr>
              <a:t>8.4</a:t>
            </a:r>
            <a:r>
              <a:rPr lang="zh-CN" altLang="zh-CN" b="1" dirty="0" smtClean="0">
                <a:effectLst/>
              </a:rPr>
              <a:t>数据加密</a:t>
            </a:r>
            <a:endParaRPr lang="zh-CN" altLang="en-US" dirty="0"/>
          </a:p>
        </p:txBody>
      </p:sp>
      <p:sp>
        <p:nvSpPr>
          <p:cNvPr id="3" name="内容占位符 2"/>
          <p:cNvSpPr>
            <a:spLocks noGrp="1"/>
          </p:cNvSpPr>
          <p:nvPr>
            <p:ph idx="1"/>
          </p:nvPr>
        </p:nvSpPr>
        <p:spPr/>
        <p:txBody>
          <a:bodyPr/>
          <a:lstStyle/>
          <a:p>
            <a:r>
              <a:rPr lang="zh-CN" altLang="zh-CN" dirty="0"/>
              <a:t>为防止他人的攻击，在数据传输过程中最基本的安全措施是对所传输的数据进行加密。</a:t>
            </a:r>
          </a:p>
          <a:p>
            <a:endParaRPr lang="zh-CN" altLang="en-US" dirty="0"/>
          </a:p>
        </p:txBody>
      </p:sp>
    </p:spTree>
    <p:extLst>
      <p:ext uri="{BB962C8B-B14F-4D97-AF65-F5344CB8AC3E}">
        <p14:creationId xmlns:p14="http://schemas.microsoft.com/office/powerpoint/2010/main" val="21175357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3" name="内容占位符 2"/>
          <p:cNvSpPr>
            <a:spLocks noGrp="1"/>
          </p:cNvSpPr>
          <p:nvPr>
            <p:ph idx="1"/>
          </p:nvPr>
        </p:nvSpPr>
        <p:spPr/>
        <p:txBody>
          <a:bodyPr/>
          <a:lstStyle/>
          <a:p>
            <a:r>
              <a:rPr lang="zh-CN" altLang="zh-CN" dirty="0"/>
              <a:t>对称加密又称私钥加密，即信息的发送方和接收方用同一个密钥去加密和解密数据。它的最大优势是加/解密速度快，适合于对大数据量进行加密，但密钥管理困难。如果进行通信的双方能够确保专用密钥在密钥交换阶段未曾泄露，那么机密性和报文完整性就可以通过这种加密方法加密机密信息、随报文一起发送报文摘要或报文散列值来实现。</a:t>
            </a:r>
          </a:p>
          <a:p>
            <a:endParaRPr lang="zh-CN" altLang="en-US" dirty="0"/>
          </a:p>
        </p:txBody>
      </p:sp>
    </p:spTree>
    <p:extLst>
      <p:ext uri="{BB962C8B-B14F-4D97-AF65-F5344CB8AC3E}">
        <p14:creationId xmlns:p14="http://schemas.microsoft.com/office/powerpoint/2010/main" val="427549689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3" name="内容占位符 2"/>
          <p:cNvSpPr>
            <a:spLocks noGrp="1"/>
          </p:cNvSpPr>
          <p:nvPr>
            <p:ph idx="1"/>
          </p:nvPr>
        </p:nvSpPr>
        <p:spPr/>
        <p:txBody>
          <a:bodyPr>
            <a:normAutofit lnSpcReduction="10000"/>
          </a:bodyPr>
          <a:lstStyle/>
          <a:p>
            <a:r>
              <a:rPr lang="zh-CN" altLang="zh-CN" dirty="0"/>
              <a:t>非对称加密又称公钥加密，使用一对密钥来分别完成加密和解密操作，其中一个公开发布（即公钥），另一个由用户自己秘密保存（即私钥）。</a:t>
            </a:r>
          </a:p>
          <a:p>
            <a:r>
              <a:rPr lang="zh-CN" altLang="zh-CN" dirty="0"/>
              <a:t>信息交换的过程是：甲方生成一对密钥并将其中的一把作为公钥向其他交易方公开，得到该公钥的乙方使用该密钥对信息进行加密后再发送给甲方，甲方再用自己保存的私钥对加密信息进行解密。</a:t>
            </a:r>
          </a:p>
          <a:p>
            <a:endParaRPr lang="zh-CN" altLang="en-US" dirty="0"/>
          </a:p>
        </p:txBody>
      </p:sp>
    </p:spTree>
    <p:extLst>
      <p:ext uri="{BB962C8B-B14F-4D97-AF65-F5344CB8AC3E}">
        <p14:creationId xmlns:p14="http://schemas.microsoft.com/office/powerpoint/2010/main" val="40649907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b="1" dirty="0">
                <a:effectLst/>
              </a:rPr>
              <a:t>8.5 </a:t>
            </a:r>
            <a:r>
              <a:rPr lang="zh-CN" altLang="zh-CN" b="1" dirty="0">
                <a:effectLst/>
              </a:rPr>
              <a:t>防火墙</a:t>
            </a:r>
            <a:r>
              <a:rPr lang="zh-CN" altLang="zh-CN" b="1" dirty="0" smtClean="0">
                <a:effectLst/>
              </a:rPr>
              <a:t>技术</a:t>
            </a:r>
            <a:endParaRPr lang="zh-CN" altLang="en-US" dirty="0"/>
          </a:p>
        </p:txBody>
      </p:sp>
      <p:sp>
        <p:nvSpPr>
          <p:cNvPr id="3" name="内容占位符 2"/>
          <p:cNvSpPr>
            <a:spLocks noGrp="1"/>
          </p:cNvSpPr>
          <p:nvPr>
            <p:ph idx="1"/>
          </p:nvPr>
        </p:nvSpPr>
        <p:spPr/>
        <p:txBody>
          <a:bodyPr/>
          <a:lstStyle/>
          <a:p>
            <a:r>
              <a:rPr lang="zh-CN" altLang="zh-CN" dirty="0"/>
              <a:t>防火墙是位于两个网络之间执行控制策略的、由软件或硬件，或者两者并用的系统，用来限制外部非法（未经许可）用户访问内部网络资源和内部非法向外部传递信息，而允许经授权的数据通过，如图</a:t>
            </a:r>
            <a:r>
              <a:rPr lang="en-US" altLang="zh-CN" dirty="0"/>
              <a:t>8-3</a:t>
            </a:r>
            <a:r>
              <a:rPr lang="zh-CN" altLang="zh-CN" dirty="0"/>
              <a:t>所示。它在内部与外部网络之间构筑一个屏障，防止偷窃或起破坏作用的恶意攻击。防火墙系统的安全防御能力很强，能抵抗各种进攻和渗透。</a:t>
            </a:r>
          </a:p>
          <a:p>
            <a:endParaRPr lang="zh-CN" altLang="en-US" dirty="0"/>
          </a:p>
        </p:txBody>
      </p:sp>
    </p:spTree>
    <p:extLst>
      <p:ext uri="{BB962C8B-B14F-4D97-AF65-F5344CB8AC3E}">
        <p14:creationId xmlns:p14="http://schemas.microsoft.com/office/powerpoint/2010/main" val="168818149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3" name="内容占位符 2"/>
          <p:cNvSpPr>
            <a:spLocks noGrp="1"/>
          </p:cNvSpPr>
          <p:nvPr>
            <p:ph idx="1"/>
          </p:nvPr>
        </p:nvSpPr>
        <p:spPr/>
        <p:txBody>
          <a:bodyPr/>
          <a:lstStyle/>
          <a:p>
            <a:r>
              <a:rPr lang="zh-CN" altLang="zh-CN" dirty="0"/>
              <a:t>防火墙应该提供以下服务：</a:t>
            </a:r>
          </a:p>
          <a:p>
            <a:pPr lvl="0"/>
            <a:r>
              <a:rPr lang="zh-CN" altLang="zh-CN" dirty="0"/>
              <a:t>限定用户从一个特别的控制点进入或离开。</a:t>
            </a:r>
          </a:p>
          <a:p>
            <a:pPr lvl="0"/>
            <a:r>
              <a:rPr lang="zh-CN" altLang="zh-CN" dirty="0"/>
              <a:t>保证对主机的应用安全访问。</a:t>
            </a:r>
          </a:p>
          <a:p>
            <a:pPr lvl="0"/>
            <a:r>
              <a:rPr lang="zh-CN" altLang="zh-CN" dirty="0"/>
              <a:t>防止入侵者接近网络的其他防御设施。</a:t>
            </a:r>
          </a:p>
          <a:p>
            <a:pPr lvl="0"/>
            <a:r>
              <a:rPr lang="zh-CN" altLang="zh-CN" dirty="0"/>
              <a:t>有效防止破坏者对客户机或服务器所进行的破坏。</a:t>
            </a:r>
          </a:p>
          <a:p>
            <a:pPr lvl="0"/>
            <a:r>
              <a:rPr lang="zh-CN" altLang="zh-CN" dirty="0"/>
              <a:t>监视网络的运行。</a:t>
            </a:r>
          </a:p>
          <a:p>
            <a:endParaRPr lang="zh-CN" altLang="en-US" dirty="0"/>
          </a:p>
        </p:txBody>
      </p:sp>
    </p:spTree>
    <p:extLst>
      <p:ext uri="{BB962C8B-B14F-4D97-AF65-F5344CB8AC3E}">
        <p14:creationId xmlns:p14="http://schemas.microsoft.com/office/powerpoint/2010/main" val="318074106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b="1" dirty="0">
                <a:effectLst/>
              </a:rPr>
              <a:t>8.6 </a:t>
            </a:r>
            <a:r>
              <a:rPr lang="zh-CN" altLang="zh-CN" b="1" dirty="0">
                <a:effectLst/>
              </a:rPr>
              <a:t>信息</a:t>
            </a:r>
            <a:r>
              <a:rPr lang="zh-CN" altLang="zh-CN" b="1" dirty="0" smtClean="0">
                <a:effectLst/>
              </a:rPr>
              <a:t>安全管理</a:t>
            </a:r>
            <a:endParaRPr lang="zh-CN" altLang="en-US" dirty="0"/>
          </a:p>
        </p:txBody>
      </p:sp>
      <p:sp>
        <p:nvSpPr>
          <p:cNvPr id="3" name="内容占位符 2"/>
          <p:cNvSpPr>
            <a:spLocks noGrp="1"/>
          </p:cNvSpPr>
          <p:nvPr>
            <p:ph idx="1"/>
          </p:nvPr>
        </p:nvSpPr>
        <p:spPr/>
        <p:txBody>
          <a:bodyPr/>
          <a:lstStyle/>
          <a:p>
            <a:r>
              <a:rPr lang="zh-CN" altLang="zh-CN" dirty="0"/>
              <a:t>信</a:t>
            </a:r>
            <a:r>
              <a:rPr lang="zh-CN" altLang="zh-CN" dirty="0" smtClean="0"/>
              <a:t>息</a:t>
            </a:r>
            <a:r>
              <a:rPr lang="zh-CN" altLang="zh-CN" dirty="0"/>
              <a:t>安全管理体系（</a:t>
            </a:r>
            <a:r>
              <a:rPr lang="en-US" altLang="zh-CN" dirty="0"/>
              <a:t>Information Security Management Systems</a:t>
            </a:r>
            <a:r>
              <a:rPr lang="zh-CN" altLang="zh-CN" dirty="0"/>
              <a:t>）是组织在整体或特定范围内建立信息安全方针和目标，以及完成这些目标所用方法的体系。信息安全管理体系是直接管理活动的结果，是信息安全方针、原则、目标、方法、过程、核查表等要素的集合。</a:t>
            </a:r>
          </a:p>
          <a:p>
            <a:endParaRPr lang="zh-CN" altLang="en-US" dirty="0"/>
          </a:p>
        </p:txBody>
      </p:sp>
    </p:spTree>
    <p:extLst>
      <p:ext uri="{BB962C8B-B14F-4D97-AF65-F5344CB8AC3E}">
        <p14:creationId xmlns:p14="http://schemas.microsoft.com/office/powerpoint/2010/main" val="153574529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3" name="内容占位符 2"/>
          <p:cNvSpPr>
            <a:spLocks noGrp="1"/>
          </p:cNvSpPr>
          <p:nvPr>
            <p:ph idx="1"/>
          </p:nvPr>
        </p:nvSpPr>
        <p:spPr/>
        <p:txBody>
          <a:bodyPr>
            <a:normAutofit fontScale="92500" lnSpcReduction="20000"/>
          </a:bodyPr>
          <a:lstStyle/>
          <a:p>
            <a:r>
              <a:rPr lang="zh-CN" altLang="zh-CN" dirty="0"/>
              <a:t>BS 7799-2（见BS7799体系）是建立和维持信息安全管理体系的标准，标准要求组织通过确定信息安全管理体系范围、制定信息安全方针、明确管理职责、以风险评估为基础选择控制目标与控制方式等活动建立信息安全管理体系；体系一旦建立组织应按体系规定的要求进行运作，保持体系运作的有效性；信息安全管理体系应形成一定的文件，即组织应建立并保持一个文件化的信息安全管理体系，其中应阐述被保护的资产、组织风险管理的方法、控制目标及控制方式和需要的保证程度。</a:t>
            </a:r>
          </a:p>
          <a:p>
            <a:endParaRPr lang="zh-CN" altLang="en-US" dirty="0"/>
          </a:p>
        </p:txBody>
      </p:sp>
    </p:spTree>
    <p:extLst>
      <p:ext uri="{BB962C8B-B14F-4D97-AF65-F5344CB8AC3E}">
        <p14:creationId xmlns:p14="http://schemas.microsoft.com/office/powerpoint/2010/main" val="3118922062"/>
      </p:ext>
    </p:extLst>
  </p:cSld>
  <p:clrMapOvr>
    <a:masterClrMapping/>
  </p:clrMapOvr>
</p:sld>
</file>

<file path=ppt/theme/_rels/them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image" Target="../media/image1.jpeg"/></Relationships>
</file>

<file path=ppt/theme/theme1.xml><?xml version="1.0" encoding="utf-8"?>
<a:theme xmlns:a="http://schemas.openxmlformats.org/drawingml/2006/main" name="跋涉">
  <a:themeElements>
    <a:clrScheme name="跋涉">
      <a:dk1>
        <a:sysClr val="windowText" lastClr="000000"/>
      </a:dk1>
      <a:lt1>
        <a:sysClr val="window" lastClr="FFFFFF"/>
      </a:lt1>
      <a:dk2>
        <a:srgbClr val="4E3B30"/>
      </a:dk2>
      <a:lt2>
        <a:srgbClr val="FBEEC9"/>
      </a:lt2>
      <a:accent1>
        <a:srgbClr val="F0A22E"/>
      </a:accent1>
      <a:accent2>
        <a:srgbClr val="A5644E"/>
      </a:accent2>
      <a:accent3>
        <a:srgbClr val="B58B80"/>
      </a:accent3>
      <a:accent4>
        <a:srgbClr val="C3986D"/>
      </a:accent4>
      <a:accent5>
        <a:srgbClr val="A19574"/>
      </a:accent5>
      <a:accent6>
        <a:srgbClr val="C17529"/>
      </a:accent6>
      <a:hlink>
        <a:srgbClr val="AD1F1F"/>
      </a:hlink>
      <a:folHlink>
        <a:srgbClr val="FFC42F"/>
      </a:folHlink>
    </a:clrScheme>
    <a:fontScheme name="跋涉">
      <a:majorFont>
        <a:latin typeface="Franklin Gothic Medium"/>
        <a:ea typeface=""/>
        <a:cs typeface=""/>
        <a:font script="Jpan" typeface="HG創英角ｺﾞｼｯｸUB"/>
        <a:font script="Hang" typeface="돋움"/>
        <a:font script="Hans" typeface="隶书"/>
        <a:font script="Hant" typeface="微軟正黑體"/>
        <a:font script="Arab" typeface="Tahoma"/>
        <a:font script="Hebr" typeface="Aharoni"/>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Franklin Gothic Book"/>
        <a:ea typeface=""/>
        <a:cs typeface=""/>
        <a:font script="Jpan" typeface="HGｺﾞｼｯｸE"/>
        <a:font script="Hang" typeface="돋움"/>
        <a:font script="Hans" typeface="华文楷体"/>
        <a:font script="Hant" typeface="微軟正黑體"/>
        <a:font script="Arab" typeface="Tahoma"/>
        <a:font script="Hebr" typeface="Aharoni"/>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跋涉">
      <a:fillStyleLst>
        <a:solidFill>
          <a:schemeClr val="phClr"/>
        </a:solidFill>
        <a:gradFill rotWithShape="1">
          <a:gsLst>
            <a:gs pos="0">
              <a:schemeClr val="phClr">
                <a:tint val="30000"/>
                <a:satMod val="250000"/>
              </a:schemeClr>
            </a:gs>
            <a:gs pos="72000">
              <a:schemeClr val="phClr">
                <a:tint val="75000"/>
                <a:satMod val="210000"/>
              </a:schemeClr>
            </a:gs>
            <a:gs pos="100000">
              <a:schemeClr val="phClr">
                <a:tint val="85000"/>
                <a:satMod val="210000"/>
              </a:schemeClr>
            </a:gs>
          </a:gsLst>
          <a:lin ang="5400000" scaled="1"/>
        </a:gradFill>
        <a:gradFill rotWithShape="1">
          <a:gsLst>
            <a:gs pos="0">
              <a:schemeClr val="phClr">
                <a:tint val="75000"/>
                <a:shade val="85000"/>
                <a:satMod val="230000"/>
              </a:schemeClr>
            </a:gs>
            <a:gs pos="25000">
              <a:schemeClr val="phClr">
                <a:tint val="90000"/>
                <a:shade val="70000"/>
                <a:satMod val="220000"/>
              </a:schemeClr>
            </a:gs>
            <a:gs pos="50000">
              <a:schemeClr val="phClr">
                <a:tint val="90000"/>
                <a:shade val="58000"/>
                <a:satMod val="225000"/>
              </a:schemeClr>
            </a:gs>
            <a:gs pos="65000">
              <a:schemeClr val="phClr">
                <a:tint val="90000"/>
                <a:shade val="58000"/>
                <a:satMod val="225000"/>
              </a:schemeClr>
            </a:gs>
            <a:gs pos="80000">
              <a:schemeClr val="phClr">
                <a:tint val="90000"/>
                <a:shade val="69000"/>
                <a:satMod val="220000"/>
              </a:schemeClr>
            </a:gs>
            <a:gs pos="100000">
              <a:schemeClr val="phClr">
                <a:tint val="77000"/>
                <a:shade val="80000"/>
                <a:satMod val="230000"/>
              </a:schemeClr>
            </a:gs>
          </a:gsLst>
          <a:lin ang="5400000" scaled="1"/>
        </a:gradFill>
      </a:fillStyleLst>
      <a:lnStyleLst>
        <a:ln w="10000" cap="flat" cmpd="sng" algn="ctr">
          <a:solidFill>
            <a:schemeClr val="ph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76200" dist="50800" dir="5400000" rotWithShape="0">
              <a:srgbClr val="4E3B30">
                <a:alpha val="60000"/>
              </a:srgbClr>
            </a:outerShdw>
          </a:effectLst>
        </a:effectStyle>
        <a:effectStyle>
          <a:effectLst>
            <a:outerShdw blurRad="76200" dist="50800" dir="5400000" rotWithShape="0">
              <a:srgbClr val="4E3B30">
                <a:alpha val="60000"/>
              </a:srgbClr>
            </a:outerShdw>
          </a:effectLst>
          <a:scene3d>
            <a:camera prst="orthographicFront">
              <a:rot lat="0" lon="0" rev="0"/>
            </a:camera>
            <a:lightRig rig="threePt" dir="tl">
              <a:rot lat="0" lon="0" rev="0"/>
            </a:lightRig>
          </a:scene3d>
          <a:sp3d prstMaterial="metal">
            <a:bevelT w="10000" h="10000"/>
          </a:sp3d>
        </a:effectStyle>
        <a:effectStyle>
          <a:effectLst>
            <a:outerShdw blurRad="76200" dist="50800" dir="5400000" rotWithShape="0">
              <a:srgbClr val="4E3B30">
                <a:alpha val="60000"/>
              </a:srgbClr>
            </a:outerShdw>
          </a:effectLst>
          <a:scene3d>
            <a:camera prst="obliqueTopLeft" fov="600000">
              <a:rot lat="0" lon="0" rev="0"/>
            </a:camera>
            <a:lightRig rig="balanced" dir="t">
              <a:rot lat="0" lon="0" rev="19200000"/>
            </a:lightRig>
          </a:scene3d>
          <a:sp3d contourW="12700" prstMaterial="matte">
            <a:bevelT w="60000" h="50800"/>
            <a:contourClr>
              <a:schemeClr val="phClr">
                <a:shade val="60000"/>
                <a:satMod val="110000"/>
              </a:schemeClr>
            </a:contourClr>
          </a:sp3d>
        </a:effectStyle>
      </a:effectStyleLst>
      <a:bgFillStyleLst>
        <a:solidFill>
          <a:schemeClr val="phClr"/>
        </a:solidFill>
        <a:blipFill>
          <a:blip xmlns:r="http://schemas.openxmlformats.org/officeDocument/2006/relationships" r:embed="rId1">
            <a:duotone>
              <a:schemeClr val="phClr">
                <a:shade val="90000"/>
                <a:satMod val="150000"/>
              </a:schemeClr>
              <a:schemeClr val="phClr">
                <a:tint val="88000"/>
                <a:satMod val="105000"/>
              </a:schemeClr>
            </a:duotone>
          </a:blip>
          <a:tile tx="0" ty="0" sx="95000" sy="95000" flip="none" algn="t"/>
        </a:blipFill>
        <a:blipFill>
          <a:blip xmlns:r="http://schemas.openxmlformats.org/officeDocument/2006/relationships" r:embed="rId2">
            <a:duotone>
              <a:schemeClr val="phClr">
                <a:shade val="30000"/>
                <a:satMod val="455000"/>
              </a:schemeClr>
              <a:schemeClr val="phClr">
                <a:tint val="95000"/>
                <a:satMod val="120000"/>
              </a:schemeClr>
            </a:duotone>
          </a:blip>
          <a:stretch>
            <a:fillRect/>
          </a:stretch>
        </a:blip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Trek</Template>
  <TotalTime>20</TotalTime>
  <Words>977</Words>
  <Application>Microsoft Office PowerPoint</Application>
  <PresentationFormat>全屏显示(4:3)</PresentationFormat>
  <Paragraphs>31</Paragraphs>
  <Slides>17</Slides>
  <Notes>0</Notes>
  <HiddenSlides>0</HiddenSlides>
  <MMClips>0</MMClips>
  <ScaleCrop>false</ScaleCrop>
  <HeadingPairs>
    <vt:vector size="4" baseType="variant">
      <vt:variant>
        <vt:lpstr>主题</vt:lpstr>
      </vt:variant>
      <vt:variant>
        <vt:i4>1</vt:i4>
      </vt:variant>
      <vt:variant>
        <vt:lpstr>幻灯片标题</vt:lpstr>
      </vt:variant>
      <vt:variant>
        <vt:i4>17</vt:i4>
      </vt:variant>
    </vt:vector>
  </HeadingPairs>
  <TitlesOfParts>
    <vt:vector size="18" baseType="lpstr">
      <vt:lpstr>跋涉</vt:lpstr>
      <vt:lpstr>第8章 计算机网络管理与安全</vt:lpstr>
      <vt:lpstr>8.1 计算机网络管理</vt:lpstr>
      <vt:lpstr>简单网络管理协议SNMP</vt:lpstr>
      <vt:lpstr>PowerPoint 演示文稿</vt:lpstr>
      <vt:lpstr>8.2 网络管理模型</vt:lpstr>
      <vt:lpstr>PowerPoint 演示文稿</vt:lpstr>
      <vt:lpstr>8.3计算机网络安全概述</vt:lpstr>
      <vt:lpstr>PowerPoint 演示文稿</vt:lpstr>
      <vt:lpstr>PowerPoint 演示文稿</vt:lpstr>
      <vt:lpstr>PowerPoint 演示文稿</vt:lpstr>
      <vt:lpstr>8.4数据加密</vt:lpstr>
      <vt:lpstr>PowerPoint 演示文稿</vt:lpstr>
      <vt:lpstr>PowerPoint 演示文稿</vt:lpstr>
      <vt:lpstr>8.5 防火墙技术</vt:lpstr>
      <vt:lpstr>PowerPoint 演示文稿</vt:lpstr>
      <vt:lpstr>8.6 信息安全管理</vt:lpstr>
      <vt:lpstr>PowerPoint 演示文稿</vt:lpstr>
    </vt:vector>
  </TitlesOfParts>
  <Company>Microsoft</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第8章 计算机网络管理与安全</dc:title>
  <dc:creator>123</dc:creator>
  <cp:lastModifiedBy>123</cp:lastModifiedBy>
  <cp:revision>3</cp:revision>
  <dcterms:created xsi:type="dcterms:W3CDTF">2017-05-14T08:08:47Z</dcterms:created>
  <dcterms:modified xsi:type="dcterms:W3CDTF">2017-05-14T08:28:55Z</dcterms:modified>
</cp:coreProperties>
</file>